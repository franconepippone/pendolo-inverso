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12192000" cy="6858000"/>
  <p:notesSz cx="6858000" cy="9144000"/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08" autoAdjust="0"/>
    <p:restoredTop sz="96126" autoAdjust="0"/>
  </p:normalViewPr>
  <p:slideViewPr>
    <p:cSldViewPr snapToGrid="0">
      <p:cViewPr varScale="1">
        <p:scale>
          <a:sx n="106" d="100"/>
          <a:sy n="106" d="100"/>
        </p:scale>
        <p:origin x="73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A3E9184E-DA96-CA25-74A8-5A5CC5E9F3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ottotitolo 2">
            <a:extLst>
              <a:ext uri="{FF2B5EF4-FFF2-40B4-BE49-F238E27FC236}">
                <a16:creationId xmlns:a16="http://schemas.microsoft.com/office/drawing/2014/main" id="{7F9321B6-2BDA-649F-AD91-1DB78EFD90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it-IT"/>
              <a:t>Fare clic per modificare lo stile del sottotitolo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D7B3F48-8DD5-C091-358D-3CE7E8798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C809BDD-DD8D-B578-C69B-28F29F0B7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C2810EE2-400E-7831-6DD3-75BD643773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4778410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olo e contenu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30F829FA-A03E-03ED-1213-2F52596E9B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033EC804-B3CA-FE5E-4C7E-3EE5B231506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2B533C16-D9A9-331E-D830-01118E11E0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73EBC549-114C-06E0-ADCB-F2C11ADE34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7B5AA7DD-3E42-7B56-286B-5F84CB5961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3980075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Intestazione sezi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BD6BCCCB-5C44-C269-F1CE-9F1278DAD2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AEB9C78-9BE2-18EF-1BFF-F50D140123A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F8DA978-1B75-2219-DEE4-BC44376032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E60C3801-74AD-7C9D-32C5-F4CB456B06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569C78B-AC1C-EECE-FC9A-500941AD9D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2319201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e contenut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42908A1-62B3-0D38-B734-70B44D9F8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7A251260-A117-AEB9-11FC-EA8BFD6550C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F6940FC3-C0ED-CF9B-B8F4-84BC37FBA67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00A4297B-11C3-75F7-B8C8-5B86C36478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D2CE62F-8A7F-FCEB-2B81-257C9EE73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739FCB8-0673-07A0-C2C5-1D81ADD8E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2159165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nfron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9253C39-7F1D-A076-8F01-7FBDD866A43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589C1A10-CB5D-1FB4-99D3-B2E40DFD9A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4" name="Segnaposto contenuto 3">
            <a:extLst>
              <a:ext uri="{FF2B5EF4-FFF2-40B4-BE49-F238E27FC236}">
                <a16:creationId xmlns:a16="http://schemas.microsoft.com/office/drawing/2014/main" id="{19EE4A32-53ED-2857-1265-8CC4C8C6869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5" name="Segnaposto testo 4">
            <a:extLst>
              <a:ext uri="{FF2B5EF4-FFF2-40B4-BE49-F238E27FC236}">
                <a16:creationId xmlns:a16="http://schemas.microsoft.com/office/drawing/2014/main" id="{54DF8B45-9FF1-A13C-6669-95F2DB1C141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6" name="Segnaposto contenuto 5">
            <a:extLst>
              <a:ext uri="{FF2B5EF4-FFF2-40B4-BE49-F238E27FC236}">
                <a16:creationId xmlns:a16="http://schemas.microsoft.com/office/drawing/2014/main" id="{D600EAB0-5851-DF0A-E4C6-AA319E8E179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7" name="Segnaposto data 6">
            <a:extLst>
              <a:ext uri="{FF2B5EF4-FFF2-40B4-BE49-F238E27FC236}">
                <a16:creationId xmlns:a16="http://schemas.microsoft.com/office/drawing/2014/main" id="{37ECECBE-392E-C862-2F6E-7142869273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8" name="Segnaposto piè di pagina 7">
            <a:extLst>
              <a:ext uri="{FF2B5EF4-FFF2-40B4-BE49-F238E27FC236}">
                <a16:creationId xmlns:a16="http://schemas.microsoft.com/office/drawing/2014/main" id="{C71775D0-144B-8C6E-AA19-5C02FD7F09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9" name="Segnaposto numero diapositiva 8">
            <a:extLst>
              <a:ext uri="{FF2B5EF4-FFF2-40B4-BE49-F238E27FC236}">
                <a16:creationId xmlns:a16="http://schemas.microsoft.com/office/drawing/2014/main" id="{C73DAE57-B422-D3EA-76D5-A28426B80F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61795375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tito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F2B9E178-C92A-85D6-0104-388FD306AC5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data 2">
            <a:extLst>
              <a:ext uri="{FF2B5EF4-FFF2-40B4-BE49-F238E27FC236}">
                <a16:creationId xmlns:a16="http://schemas.microsoft.com/office/drawing/2014/main" id="{4F0C0FF7-31DF-F06D-D908-B80AEED4A1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4" name="Segnaposto piè di pagina 3">
            <a:extLst>
              <a:ext uri="{FF2B5EF4-FFF2-40B4-BE49-F238E27FC236}">
                <a16:creationId xmlns:a16="http://schemas.microsoft.com/office/drawing/2014/main" id="{0A0B1CE9-E7D5-CB13-1144-5B625F5B16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5" name="Segnaposto numero diapositiva 4">
            <a:extLst>
              <a:ext uri="{FF2B5EF4-FFF2-40B4-BE49-F238E27FC236}">
                <a16:creationId xmlns:a16="http://schemas.microsoft.com/office/drawing/2014/main" id="{C2F6693F-C918-245B-A7D2-70D6516019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7994865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uot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data 1">
            <a:extLst>
              <a:ext uri="{FF2B5EF4-FFF2-40B4-BE49-F238E27FC236}">
                <a16:creationId xmlns:a16="http://schemas.microsoft.com/office/drawing/2014/main" id="{F9D8E576-C9A7-504F-3723-804074D6FC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3" name="Segnaposto piè di pagina 2">
            <a:extLst>
              <a:ext uri="{FF2B5EF4-FFF2-40B4-BE49-F238E27FC236}">
                <a16:creationId xmlns:a16="http://schemas.microsoft.com/office/drawing/2014/main" id="{6B721653-60C9-9BE4-991F-D17AE1A26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4" name="Segnaposto numero diapositiva 3">
            <a:extLst>
              <a:ext uri="{FF2B5EF4-FFF2-40B4-BE49-F238E27FC236}">
                <a16:creationId xmlns:a16="http://schemas.microsoft.com/office/drawing/2014/main" id="{7E69BD29-07BA-2526-5570-2338EC2C8B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5372377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to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0A40DA10-E58F-B844-2CFB-812F11B6DC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contenuto 2">
            <a:extLst>
              <a:ext uri="{FF2B5EF4-FFF2-40B4-BE49-F238E27FC236}">
                <a16:creationId xmlns:a16="http://schemas.microsoft.com/office/drawing/2014/main" id="{6FEFBBAB-AC38-1CC7-363E-D7DC72D75C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9B50FB62-19B9-A5DE-4672-8F233DA336A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B82A288F-8122-A5B2-D3A9-8D7DDC24E8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AA5346C0-AAB1-4E18-B5EE-77F87B4F69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FB057773-2DE1-485E-600D-D1AF996B7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1706190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magine con didascal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CEBA034E-EE64-E6EB-4805-5588195BBA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immagine 2">
            <a:extLst>
              <a:ext uri="{FF2B5EF4-FFF2-40B4-BE49-F238E27FC236}">
                <a16:creationId xmlns:a16="http://schemas.microsoft.com/office/drawing/2014/main" id="{6AF19477-40A7-8F0B-AC4F-D5E5427B00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it-IT"/>
          </a:p>
        </p:txBody>
      </p:sp>
      <p:sp>
        <p:nvSpPr>
          <p:cNvPr id="4" name="Segnaposto testo 3">
            <a:extLst>
              <a:ext uri="{FF2B5EF4-FFF2-40B4-BE49-F238E27FC236}">
                <a16:creationId xmlns:a16="http://schemas.microsoft.com/office/drawing/2014/main" id="{1FAEF125-191D-1FD0-6394-267A5871321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it-IT"/>
              <a:t>Fare clic per modificare gli stili del testo dello schema</a:t>
            </a:r>
          </a:p>
        </p:txBody>
      </p:sp>
      <p:sp>
        <p:nvSpPr>
          <p:cNvPr id="5" name="Segnaposto data 4">
            <a:extLst>
              <a:ext uri="{FF2B5EF4-FFF2-40B4-BE49-F238E27FC236}">
                <a16:creationId xmlns:a16="http://schemas.microsoft.com/office/drawing/2014/main" id="{4984291D-7B82-9211-4E34-DEBF66A062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6" name="Segnaposto piè di pagina 5">
            <a:extLst>
              <a:ext uri="{FF2B5EF4-FFF2-40B4-BE49-F238E27FC236}">
                <a16:creationId xmlns:a16="http://schemas.microsoft.com/office/drawing/2014/main" id="{EA677391-C67F-D81E-DCD5-EC3228EB23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7" name="Segnaposto numero diapositiva 6">
            <a:extLst>
              <a:ext uri="{FF2B5EF4-FFF2-40B4-BE49-F238E27FC236}">
                <a16:creationId xmlns:a16="http://schemas.microsoft.com/office/drawing/2014/main" id="{2B3750E7-8317-C7F6-AC26-A9DA884449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311304942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1">
            <a:extLst>
              <a:ext uri="{FF2B5EF4-FFF2-40B4-BE49-F238E27FC236}">
                <a16:creationId xmlns:a16="http://schemas.microsoft.com/office/drawing/2014/main" id="{614EAEFD-5DB7-C663-99D2-AB4CA54615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2121068A-7A85-1937-E3F2-38C799C1C34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CEBAB181-8413-6F35-8B48-EA7C0C656B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144A0A01-A6A5-6E12-E8FA-8873B1A446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449F45A4-8B34-2BD4-E185-F1B295104E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7044880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Titolo e testo vertica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olo verticale 1">
            <a:extLst>
              <a:ext uri="{FF2B5EF4-FFF2-40B4-BE49-F238E27FC236}">
                <a16:creationId xmlns:a16="http://schemas.microsoft.com/office/drawing/2014/main" id="{94717512-4BE8-D8C1-371D-B10A36EFD7D5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verticale 2">
            <a:extLst>
              <a:ext uri="{FF2B5EF4-FFF2-40B4-BE49-F238E27FC236}">
                <a16:creationId xmlns:a16="http://schemas.microsoft.com/office/drawing/2014/main" id="{AE57AF50-1BD6-A363-8528-B51C88BBCF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E709913F-A5EC-2FED-9ADC-73569C4B10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07D09E0F-07FD-A55C-C77C-5787AEC9AD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018F0B70-224C-29EB-E99D-A91A949615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7136413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titolo 1">
            <a:extLst>
              <a:ext uri="{FF2B5EF4-FFF2-40B4-BE49-F238E27FC236}">
                <a16:creationId xmlns:a16="http://schemas.microsoft.com/office/drawing/2014/main" id="{F873C6AB-079F-AEB5-0538-9C0F85268A7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it-IT"/>
              <a:t>Fare clic per modificare lo stile del titolo dello schema</a:t>
            </a:r>
          </a:p>
        </p:txBody>
      </p:sp>
      <p:sp>
        <p:nvSpPr>
          <p:cNvPr id="3" name="Segnaposto testo 2">
            <a:extLst>
              <a:ext uri="{FF2B5EF4-FFF2-40B4-BE49-F238E27FC236}">
                <a16:creationId xmlns:a16="http://schemas.microsoft.com/office/drawing/2014/main" id="{483EAC91-DCF5-8376-04E0-10409E0E9B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it-IT"/>
              <a:t>Fare clic per modificare gli stili del testo dello schema</a:t>
            </a:r>
          </a:p>
          <a:p>
            <a:pPr lvl="1"/>
            <a:r>
              <a:rPr lang="it-IT"/>
              <a:t>Secondo livello</a:t>
            </a:r>
          </a:p>
          <a:p>
            <a:pPr lvl="2"/>
            <a:r>
              <a:rPr lang="it-IT"/>
              <a:t>Terzo livello</a:t>
            </a:r>
          </a:p>
          <a:p>
            <a:pPr lvl="3"/>
            <a:r>
              <a:rPr lang="it-IT"/>
              <a:t>Quarto livello</a:t>
            </a:r>
          </a:p>
          <a:p>
            <a:pPr lvl="4"/>
            <a:r>
              <a:rPr lang="it-IT"/>
              <a:t>Quinto livello</a:t>
            </a:r>
          </a:p>
        </p:txBody>
      </p:sp>
      <p:sp>
        <p:nvSpPr>
          <p:cNvPr id="4" name="Segnaposto data 3">
            <a:extLst>
              <a:ext uri="{FF2B5EF4-FFF2-40B4-BE49-F238E27FC236}">
                <a16:creationId xmlns:a16="http://schemas.microsoft.com/office/drawing/2014/main" id="{FFD1EE7A-822D-4D34-5664-1FFD58CB9E9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8B3C85B-8319-4F35-817E-FF9CBA4827F6}" type="datetimeFigureOut">
              <a:rPr lang="it-IT" smtClean="0"/>
              <a:t>18/07/2025</a:t>
            </a:fld>
            <a:endParaRPr lang="it-IT"/>
          </a:p>
        </p:txBody>
      </p:sp>
      <p:sp>
        <p:nvSpPr>
          <p:cNvPr id="5" name="Segnaposto piè di pagina 4">
            <a:extLst>
              <a:ext uri="{FF2B5EF4-FFF2-40B4-BE49-F238E27FC236}">
                <a16:creationId xmlns:a16="http://schemas.microsoft.com/office/drawing/2014/main" id="{85A7E2BC-CAEA-6EB1-6F9F-079BAA50281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it-IT"/>
          </a:p>
        </p:txBody>
      </p:sp>
      <p:sp>
        <p:nvSpPr>
          <p:cNvPr id="6" name="Segnaposto numero diapositiva 5">
            <a:extLst>
              <a:ext uri="{FF2B5EF4-FFF2-40B4-BE49-F238E27FC236}">
                <a16:creationId xmlns:a16="http://schemas.microsoft.com/office/drawing/2014/main" id="{DDC85955-FDDC-8F0B-570E-BCEE22A5EFC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64D3F10-247C-4C30-A86A-8DCD946BFC32}" type="slidenum">
              <a:rPr lang="it-IT" smtClean="0"/>
              <a:t>‹N›</a:t>
            </a:fld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185668937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it-IT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Relationship Id="rId14" Type="http://schemas.openxmlformats.org/officeDocument/2006/relationships/image" Target="../media/image1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0" Type="http://schemas.openxmlformats.org/officeDocument/2006/relationships/image" Target="../media/image23.png"/><Relationship Id="rId4" Type="http://schemas.openxmlformats.org/officeDocument/2006/relationships/image" Target="../media/image17.pn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21.png"/><Relationship Id="rId7" Type="http://schemas.openxmlformats.org/officeDocument/2006/relationships/image" Target="../media/image28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5.png"/><Relationship Id="rId5" Type="http://schemas.openxmlformats.org/officeDocument/2006/relationships/image" Target="../media/image23.png"/><Relationship Id="rId4" Type="http://schemas.openxmlformats.org/officeDocument/2006/relationships/image" Target="../media/image22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7.png"/><Relationship Id="rId3" Type="http://schemas.openxmlformats.org/officeDocument/2006/relationships/image" Target="../media/image16.png"/><Relationship Id="rId7" Type="http://schemas.openxmlformats.org/officeDocument/2006/relationships/image" Target="../media/image24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0.png"/><Relationship Id="rId5" Type="http://schemas.openxmlformats.org/officeDocument/2006/relationships/image" Target="../media/image18.png"/><Relationship Id="rId10" Type="http://schemas.openxmlformats.org/officeDocument/2006/relationships/image" Target="../media/image32.png"/><Relationship Id="rId4" Type="http://schemas.openxmlformats.org/officeDocument/2006/relationships/image" Target="../media/image17.png"/><Relationship Id="rId9" Type="http://schemas.openxmlformats.org/officeDocument/2006/relationships/image" Target="../media/image3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0" name="Gruppo 99">
            <a:extLst>
              <a:ext uri="{FF2B5EF4-FFF2-40B4-BE49-F238E27FC236}">
                <a16:creationId xmlns:a16="http://schemas.microsoft.com/office/drawing/2014/main" id="{2D6F517F-314A-A06A-96EC-1AF03FECF38C}"/>
              </a:ext>
            </a:extLst>
          </p:cNvPr>
          <p:cNvGrpSpPr/>
          <p:nvPr/>
        </p:nvGrpSpPr>
        <p:grpSpPr>
          <a:xfrm>
            <a:off x="678102" y="2038112"/>
            <a:ext cx="10328837" cy="2508487"/>
            <a:chOff x="306835" y="1523518"/>
            <a:chExt cx="6904656" cy="1676882"/>
          </a:xfrm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E9C49B9A-E486-5DE2-D2B0-8855679AEBF2}"/>
                    </a:ext>
                  </a:extLst>
                </p:cNvPr>
                <p:cNvSpPr txBox="1"/>
                <p:nvPr/>
              </p:nvSpPr>
              <p:spPr>
                <a:xfrm>
                  <a:off x="5595328" y="1577015"/>
                  <a:ext cx="1008888" cy="514359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pPr algn="ctr"/>
                  <a:endParaRPr lang="it-IT" sz="1000" b="0" i="1" dirty="0">
                    <a:latin typeface="Cambria Math" panose="02040503050406030204" pitchFamily="18" charset="0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"/>
                      </m:oMathParaPr>
                      <m:oMath xmlns:m="http://schemas.openxmlformats.org/officeDocument/2006/math">
                        <m:r>
                          <a:rPr lang="it-IT" sz="2400" b="0" i="1" smtClean="0">
                            <a:latin typeface="Cambria Math" panose="02040503050406030204" pitchFamily="18" charset="0"/>
                          </a:rPr>
                          <m:t>𝑝𝑙𝑎𝑛𝑡</m:t>
                        </m:r>
                      </m:oMath>
                    </m:oMathPara>
                  </a14:m>
                  <a:endParaRPr lang="it-IT" dirty="0"/>
                </a:p>
                <a:p>
                  <a:pPr algn="ctr"/>
                  <a:endParaRPr lang="it-IT" sz="1000" dirty="0"/>
                </a:p>
              </p:txBody>
            </p:sp>
          </mc:Choice>
          <mc:Fallback xmlns="">
            <p:sp>
              <p:nvSpPr>
                <p:cNvPr id="5" name="CasellaDiTesto 4">
                  <a:extLst>
                    <a:ext uri="{FF2B5EF4-FFF2-40B4-BE49-F238E27FC236}">
                      <a16:creationId xmlns:a16="http://schemas.microsoft.com/office/drawing/2014/main" id="{E9C49B9A-E486-5DE2-D2B0-8855679AEB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595328" y="1577015"/>
                  <a:ext cx="1008888" cy="514359"/>
                </a:xfrm>
                <a:prstGeom prst="rect">
                  <a:avLst/>
                </a:prstGeom>
                <a:blipFill>
                  <a:blip r:embed="rId2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9" name="Gruppo 8">
              <a:extLst>
                <a:ext uri="{FF2B5EF4-FFF2-40B4-BE49-F238E27FC236}">
                  <a16:creationId xmlns:a16="http://schemas.microsoft.com/office/drawing/2014/main" id="{69661798-4CC3-E4A6-E094-A92F49708ACF}"/>
                </a:ext>
              </a:extLst>
            </p:cNvPr>
            <p:cNvGrpSpPr/>
            <p:nvPr/>
          </p:nvGrpSpPr>
          <p:grpSpPr>
            <a:xfrm>
              <a:off x="4988052" y="2642616"/>
              <a:ext cx="771143" cy="557784"/>
              <a:chOff x="4736592" y="2837533"/>
              <a:chExt cx="771143" cy="557784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8" name="Triangolo isoscele 7">
                <a:extLst>
                  <a:ext uri="{FF2B5EF4-FFF2-40B4-BE49-F238E27FC236}">
                    <a16:creationId xmlns:a16="http://schemas.microsoft.com/office/drawing/2014/main" id="{592819FB-4743-2ACC-314E-9FE4C495261E}"/>
                  </a:ext>
                </a:extLst>
              </p:cNvPr>
              <p:cNvSpPr/>
              <p:nvPr/>
            </p:nvSpPr>
            <p:spPr>
              <a:xfrm rot="16200000">
                <a:off x="4814316" y="2759809"/>
                <a:ext cx="557784" cy="713232"/>
              </a:xfrm>
              <a:prstGeom prst="triangl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" name="CasellaDiTesto 6">
                    <a:extLst>
                      <a:ext uri="{FF2B5EF4-FFF2-40B4-BE49-F238E27FC236}">
                        <a16:creationId xmlns:a16="http://schemas.microsoft.com/office/drawing/2014/main" id="{ECFC3567-2AD5-5C8F-804A-2FE795E27866}"/>
                      </a:ext>
                    </a:extLst>
                  </p:cNvPr>
                  <p:cNvSpPr txBox="1"/>
                  <p:nvPr/>
                </p:nvSpPr>
                <p:spPr>
                  <a:xfrm>
                    <a:off x="4978907" y="2962117"/>
                    <a:ext cx="528828" cy="308615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𝑧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7" name="CasellaDiTesto 6">
                    <a:extLst>
                      <a:ext uri="{FF2B5EF4-FFF2-40B4-BE49-F238E27FC236}">
                        <a16:creationId xmlns:a16="http://schemas.microsoft.com/office/drawing/2014/main" id="{ECFC3567-2AD5-5C8F-804A-2FE795E2786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978907" y="2962117"/>
                    <a:ext cx="528828" cy="308615"/>
                  </a:xfrm>
                  <a:prstGeom prst="rect">
                    <a:avLst/>
                  </a:prstGeom>
                  <a:blipFill>
                    <a:blip r:embed="rId3"/>
                    <a:stretch>
                      <a:fillRect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12" name="Gruppo 11">
              <a:extLst>
                <a:ext uri="{FF2B5EF4-FFF2-40B4-BE49-F238E27FC236}">
                  <a16:creationId xmlns:a16="http://schemas.microsoft.com/office/drawing/2014/main" id="{662F707F-4290-C4C0-1591-258B120F5E47}"/>
                </a:ext>
              </a:extLst>
            </p:cNvPr>
            <p:cNvGrpSpPr/>
            <p:nvPr/>
          </p:nvGrpSpPr>
          <p:grpSpPr>
            <a:xfrm>
              <a:off x="4249236" y="1591115"/>
              <a:ext cx="798332" cy="484632"/>
              <a:chOff x="4174358" y="1600200"/>
              <a:chExt cx="798332" cy="48463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0" name="Ovale 9">
                <a:extLst>
                  <a:ext uri="{FF2B5EF4-FFF2-40B4-BE49-F238E27FC236}">
                    <a16:creationId xmlns:a16="http://schemas.microsoft.com/office/drawing/2014/main" id="{6A96A99F-9BA6-3F80-6282-95C6DC4FCE0C}"/>
                  </a:ext>
                </a:extLst>
              </p:cNvPr>
              <p:cNvSpPr/>
              <p:nvPr/>
            </p:nvSpPr>
            <p:spPr>
              <a:xfrm>
                <a:off x="4288536" y="1600200"/>
                <a:ext cx="484632" cy="48463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CasellaDiTesto 10">
                    <a:extLst>
                      <a:ext uri="{FF2B5EF4-FFF2-40B4-BE49-F238E27FC236}">
                        <a16:creationId xmlns:a16="http://schemas.microsoft.com/office/drawing/2014/main" id="{20C554BB-6A82-49CA-F22A-DCCB2C911344}"/>
                      </a:ext>
                    </a:extLst>
                  </p:cNvPr>
                  <p:cNvSpPr txBox="1"/>
                  <p:nvPr/>
                </p:nvSpPr>
                <p:spPr>
                  <a:xfrm>
                    <a:off x="4174358" y="1653805"/>
                    <a:ext cx="798332" cy="410502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1" name="CasellaDiTesto 10">
                    <a:extLst>
                      <a:ext uri="{FF2B5EF4-FFF2-40B4-BE49-F238E27FC236}">
                        <a16:creationId xmlns:a16="http://schemas.microsoft.com/office/drawing/2014/main" id="{20C554BB-6A82-49CA-F22A-DCCB2C91134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4358" y="1653805"/>
                    <a:ext cx="798332" cy="4105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0918" t="-115842" r="-65306" b="-166337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CasellaDiTesto 12">
                  <a:extLst>
                    <a:ext uri="{FF2B5EF4-FFF2-40B4-BE49-F238E27FC236}">
                      <a16:creationId xmlns:a16="http://schemas.microsoft.com/office/drawing/2014/main" id="{F980616B-8A3B-6CEC-B35B-431129FA1F1C}"/>
                    </a:ext>
                  </a:extLst>
                </p:cNvPr>
                <p:cNvSpPr txBox="1"/>
                <p:nvPr/>
              </p:nvSpPr>
              <p:spPr>
                <a:xfrm>
                  <a:off x="3254520" y="1628011"/>
                  <a:ext cx="724401" cy="411316"/>
                </a:xfrm>
                <a:prstGeom prst="rect">
                  <a:avLst/>
                </a:prstGeom>
                <a:solidFill>
                  <a:schemeClr val="bg1"/>
                </a:solid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>
                          <m:fPr>
                            <m:ctrlP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</m:num>
                          <m:den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𝑧</m:t>
                            </m:r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−1</m:t>
                            </m:r>
                          </m:den>
                        </m:f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13" name="CasellaDiTesto 12">
                  <a:extLst>
                    <a:ext uri="{FF2B5EF4-FFF2-40B4-BE49-F238E27FC236}">
                      <a16:creationId xmlns:a16="http://schemas.microsoft.com/office/drawing/2014/main" id="{F980616B-8A3B-6CEC-B35B-431129FA1F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54520" y="1628011"/>
                  <a:ext cx="724401" cy="411316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2700">
                  <a:solidFill>
                    <a:schemeClr val="tx1"/>
                  </a:solidFill>
                </a:ln>
                <a:effectLst>
                  <a:outerShdw blurRad="50800" dist="38100" dir="2700000" algn="tl" rotWithShape="0">
                    <a:prstClr val="black">
                      <a:alpha val="40000"/>
                    </a:prstClr>
                  </a:outerShdw>
                </a:effectLst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15" name="Gruppo 14">
              <a:extLst>
                <a:ext uri="{FF2B5EF4-FFF2-40B4-BE49-F238E27FC236}">
                  <a16:creationId xmlns:a16="http://schemas.microsoft.com/office/drawing/2014/main" id="{BD417FA3-9F91-79AE-3D0C-FA3EDDC89C9E}"/>
                </a:ext>
              </a:extLst>
            </p:cNvPr>
            <p:cNvGrpSpPr/>
            <p:nvPr/>
          </p:nvGrpSpPr>
          <p:grpSpPr>
            <a:xfrm rot="10800000">
              <a:off x="2235079" y="1554372"/>
              <a:ext cx="790003" cy="557784"/>
              <a:chOff x="4736592" y="2837533"/>
              <a:chExt cx="790003" cy="557784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16" name="Triangolo isoscele 15">
                <a:extLst>
                  <a:ext uri="{FF2B5EF4-FFF2-40B4-BE49-F238E27FC236}">
                    <a16:creationId xmlns:a16="http://schemas.microsoft.com/office/drawing/2014/main" id="{EEF8CEF3-1107-1315-A4B7-4AC01B527BF6}"/>
                  </a:ext>
                </a:extLst>
              </p:cNvPr>
              <p:cNvSpPr/>
              <p:nvPr/>
            </p:nvSpPr>
            <p:spPr>
              <a:xfrm rot="16200000">
                <a:off x="4814316" y="2759809"/>
                <a:ext cx="557784" cy="713232"/>
              </a:xfrm>
              <a:prstGeom prst="triangl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62177F9C-E83E-1929-D89C-86AE1EC8FFD0}"/>
                      </a:ext>
                    </a:extLst>
                  </p:cNvPr>
                  <p:cNvSpPr txBox="1"/>
                  <p:nvPr/>
                </p:nvSpPr>
                <p:spPr>
                  <a:xfrm rot="10800000">
                    <a:off x="4837747" y="2972386"/>
                    <a:ext cx="688848" cy="308615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b>
                              <m:r>
                                <a:rPr lang="it-IT" sz="2400" b="0" i="1" smtClean="0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sub>
                          </m:sSub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17" name="CasellaDiTesto 16">
                    <a:extLst>
                      <a:ext uri="{FF2B5EF4-FFF2-40B4-BE49-F238E27FC236}">
                        <a16:creationId xmlns:a16="http://schemas.microsoft.com/office/drawing/2014/main" id="{62177F9C-E83E-1929-D89C-86AE1EC8FFD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 rot="10800000">
                    <a:off x="4837747" y="2972386"/>
                    <a:ext cx="688848" cy="308615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2" name="Connettore a gomito 21">
              <a:extLst>
                <a:ext uri="{FF2B5EF4-FFF2-40B4-BE49-F238E27FC236}">
                  <a16:creationId xmlns:a16="http://schemas.microsoft.com/office/drawing/2014/main" id="{3C83BE11-9F66-4CA4-C0BB-ED8705BC895F}"/>
                </a:ext>
              </a:extLst>
            </p:cNvPr>
            <p:cNvCxnSpPr>
              <a:cxnSpLocks/>
              <a:stCxn id="8" idx="0"/>
              <a:endCxn id="10" idx="4"/>
            </p:cNvCxnSpPr>
            <p:nvPr/>
          </p:nvCxnSpPr>
          <p:spPr>
            <a:xfrm rot="10800000">
              <a:off x="4605732" y="2075748"/>
              <a:ext cx="382321" cy="845762"/>
            </a:xfrm>
            <a:prstGeom prst="bentConnector2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5" name="Connettore a gomito 24">
              <a:extLst>
                <a:ext uri="{FF2B5EF4-FFF2-40B4-BE49-F238E27FC236}">
                  <a16:creationId xmlns:a16="http://schemas.microsoft.com/office/drawing/2014/main" id="{491838C2-7C95-AEC0-5649-8F897809D78B}"/>
                </a:ext>
              </a:extLst>
            </p:cNvPr>
            <p:cNvCxnSpPr>
              <a:cxnSpLocks/>
              <a:stCxn id="10" idx="6"/>
              <a:endCxn id="5" idx="1"/>
            </p:cNvCxnSpPr>
            <p:nvPr/>
          </p:nvCxnSpPr>
          <p:spPr>
            <a:xfrm>
              <a:off x="4848047" y="1833431"/>
              <a:ext cx="747281" cy="763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27" name="Connettore a gomito 26">
              <a:extLst>
                <a:ext uri="{FF2B5EF4-FFF2-40B4-BE49-F238E27FC236}">
                  <a16:creationId xmlns:a16="http://schemas.microsoft.com/office/drawing/2014/main" id="{0D7E535D-FFDA-6163-00B9-52331B6F2D20}"/>
                </a:ext>
              </a:extLst>
            </p:cNvPr>
            <p:cNvCxnSpPr>
              <a:cxnSpLocks/>
              <a:stCxn id="13" idx="3"/>
              <a:endCxn id="10" idx="2"/>
            </p:cNvCxnSpPr>
            <p:nvPr/>
          </p:nvCxnSpPr>
          <p:spPr>
            <a:xfrm flipV="1">
              <a:off x="3978921" y="1833431"/>
              <a:ext cx="384494" cy="238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Connettore a gomito 33">
              <a:extLst>
                <a:ext uri="{FF2B5EF4-FFF2-40B4-BE49-F238E27FC236}">
                  <a16:creationId xmlns:a16="http://schemas.microsoft.com/office/drawing/2014/main" id="{BBB0DD83-A46F-1294-E2F5-E13CEB0D833F}"/>
                </a:ext>
              </a:extLst>
            </p:cNvPr>
            <p:cNvCxnSpPr>
              <a:cxnSpLocks/>
              <a:stCxn id="16" idx="0"/>
              <a:endCxn id="13" idx="1"/>
            </p:cNvCxnSpPr>
            <p:nvPr/>
          </p:nvCxnSpPr>
          <p:spPr>
            <a:xfrm>
              <a:off x="3025082" y="1833264"/>
              <a:ext cx="229438" cy="405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1" name="Connettore a gomito 40">
              <a:extLst>
                <a:ext uri="{FF2B5EF4-FFF2-40B4-BE49-F238E27FC236}">
                  <a16:creationId xmlns:a16="http://schemas.microsoft.com/office/drawing/2014/main" id="{D6FD0F0C-1136-41FC-E0FC-626012CB40C3}"/>
                </a:ext>
              </a:extLst>
            </p:cNvPr>
            <p:cNvCxnSpPr>
              <a:cxnSpLocks/>
              <a:stCxn id="5" idx="2"/>
              <a:endCxn id="8" idx="3"/>
            </p:cNvCxnSpPr>
            <p:nvPr/>
          </p:nvCxnSpPr>
          <p:spPr>
            <a:xfrm rot="5400000">
              <a:off x="5485461" y="2307196"/>
              <a:ext cx="830134" cy="398488"/>
            </a:xfrm>
            <a:prstGeom prst="bentConnector2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cxnSp>
          <p:nvCxnSpPr>
            <p:cNvPr id="43" name="Connettore a gomito 42">
              <a:extLst>
                <a:ext uri="{FF2B5EF4-FFF2-40B4-BE49-F238E27FC236}">
                  <a16:creationId xmlns:a16="http://schemas.microsoft.com/office/drawing/2014/main" id="{6F01DAD1-5AC0-55B3-5124-A0FD74C456F7}"/>
                </a:ext>
              </a:extLst>
            </p:cNvPr>
            <p:cNvCxnSpPr>
              <a:cxnSpLocks/>
              <a:stCxn id="5" idx="3"/>
              <a:endCxn id="48" idx="4"/>
            </p:cNvCxnSpPr>
            <p:nvPr/>
          </p:nvCxnSpPr>
          <p:spPr>
            <a:xfrm flipH="1">
              <a:off x="1352928" y="1834194"/>
              <a:ext cx="5251288" cy="242317"/>
            </a:xfrm>
            <a:prstGeom prst="bentConnector4">
              <a:avLst>
                <a:gd name="adj1" fmla="val -6887"/>
                <a:gd name="adj2" fmla="val 637975"/>
              </a:avLst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p:grpSp>
          <p:nvGrpSpPr>
            <p:cNvPr id="47" name="Gruppo 46">
              <a:extLst>
                <a:ext uri="{FF2B5EF4-FFF2-40B4-BE49-F238E27FC236}">
                  <a16:creationId xmlns:a16="http://schemas.microsoft.com/office/drawing/2014/main" id="{88640C45-6486-E795-575A-A24C077A1DF9}"/>
                </a:ext>
              </a:extLst>
            </p:cNvPr>
            <p:cNvGrpSpPr/>
            <p:nvPr/>
          </p:nvGrpSpPr>
          <p:grpSpPr>
            <a:xfrm>
              <a:off x="1000641" y="1591879"/>
              <a:ext cx="798332" cy="484632"/>
              <a:chOff x="4178565" y="1600200"/>
              <a:chExt cx="798332" cy="484632"/>
            </a:xfrm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grpSpPr>
          <p:sp>
            <p:nvSpPr>
              <p:cNvPr id="48" name="Ovale 47">
                <a:extLst>
                  <a:ext uri="{FF2B5EF4-FFF2-40B4-BE49-F238E27FC236}">
                    <a16:creationId xmlns:a16="http://schemas.microsoft.com/office/drawing/2014/main" id="{0828CCF9-B0A5-7A7D-3E01-7E4B81421396}"/>
                  </a:ext>
                </a:extLst>
              </p:cNvPr>
              <p:cNvSpPr/>
              <p:nvPr/>
            </p:nvSpPr>
            <p:spPr>
              <a:xfrm>
                <a:off x="4288536" y="1600200"/>
                <a:ext cx="484632" cy="484632"/>
              </a:xfrm>
              <a:prstGeom prst="ellipse">
                <a:avLst/>
              </a:prstGeom>
              <a:solidFill>
                <a:schemeClr val="bg1"/>
              </a:solidFill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it-IT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9" name="CasellaDiTesto 48">
                    <a:extLst>
                      <a:ext uri="{FF2B5EF4-FFF2-40B4-BE49-F238E27FC236}">
                        <a16:creationId xmlns:a16="http://schemas.microsoft.com/office/drawing/2014/main" id="{D68389F9-92AB-C9C4-6789-AFA8B6ABD6ED}"/>
                      </a:ext>
                    </a:extLst>
                  </p:cNvPr>
                  <p:cNvSpPr txBox="1"/>
                  <p:nvPr/>
                </p:nvSpPr>
                <p:spPr>
                  <a:xfrm>
                    <a:off x="4178565" y="1658328"/>
                    <a:ext cx="798332" cy="410502"/>
                  </a:xfrm>
                  <a:prstGeom prst="rect">
                    <a:avLst/>
                  </a:prstGeom>
                  <a:noFill/>
                  <a:ln w="19050">
                    <a:noFill/>
                  </a:ln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nary>
                            <m:naryPr>
                              <m:chr m:val="∑"/>
                              <m:subHide m:val="on"/>
                              <m:supHide m:val="on"/>
                              <m:ctrlP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/>
                            <m:sup/>
                            <m:e>
                              <m:r>
                                <a:rPr lang="it-IT" sz="1400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</m:nary>
                        </m:oMath>
                      </m:oMathPara>
                    </a14:m>
                    <a:endParaRPr lang="it-IT" dirty="0"/>
                  </a:p>
                </p:txBody>
              </p:sp>
            </mc:Choice>
            <mc:Fallback xmlns="">
              <p:sp>
                <p:nvSpPr>
                  <p:cNvPr id="49" name="CasellaDiTesto 48">
                    <a:extLst>
                      <a:ext uri="{FF2B5EF4-FFF2-40B4-BE49-F238E27FC236}">
                        <a16:creationId xmlns:a16="http://schemas.microsoft.com/office/drawing/2014/main" id="{D68389F9-92AB-C9C4-6789-AFA8B6ABD6ED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78565" y="1658328"/>
                    <a:ext cx="798332" cy="41050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20408" t="-115842" r="-65816" b="-166337"/>
                    </a:stretch>
                  </a:blipFill>
                  <a:ln w="19050">
                    <a:noFill/>
                  </a:ln>
                </p:spPr>
                <p:txBody>
                  <a:bodyPr/>
                  <a:lstStyle/>
                  <a:p>
                    <a:r>
                      <a:rPr lang="it-IT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58" name="Connettore a gomito 57">
              <a:extLst>
                <a:ext uri="{FF2B5EF4-FFF2-40B4-BE49-F238E27FC236}">
                  <a16:creationId xmlns:a16="http://schemas.microsoft.com/office/drawing/2014/main" id="{1A74FEE7-CF97-260E-85EA-B36B78DC8037}"/>
                </a:ext>
              </a:extLst>
            </p:cNvPr>
            <p:cNvCxnSpPr>
              <a:cxnSpLocks/>
              <a:stCxn id="48" idx="6"/>
              <a:endCxn id="16" idx="3"/>
            </p:cNvCxnSpPr>
            <p:nvPr/>
          </p:nvCxnSpPr>
          <p:spPr>
            <a:xfrm flipV="1">
              <a:off x="1595244" y="1833264"/>
              <a:ext cx="716606" cy="931"/>
            </a:xfrm>
            <a:prstGeom prst="bentConnector3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6" name="CasellaDiTesto 65">
                  <a:extLst>
                    <a:ext uri="{FF2B5EF4-FFF2-40B4-BE49-F238E27FC236}">
                      <a16:creationId xmlns:a16="http://schemas.microsoft.com/office/drawing/2014/main" id="{081906C9-B8B9-2942-4734-8CEFA35061BF}"/>
                    </a:ext>
                  </a:extLst>
                </p:cNvPr>
                <p:cNvSpPr txBox="1"/>
                <p:nvPr/>
              </p:nvSpPr>
              <p:spPr>
                <a:xfrm>
                  <a:off x="5047568" y="1557079"/>
                  <a:ext cx="50252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𝑢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>
            <p:sp>
              <p:nvSpPr>
                <p:cNvPr id="66" name="CasellaDiTesto 65">
                  <a:extLst>
                    <a:ext uri="{FF2B5EF4-FFF2-40B4-BE49-F238E27FC236}">
                      <a16:creationId xmlns:a16="http://schemas.microsoft.com/office/drawing/2014/main" id="{081906C9-B8B9-2942-4734-8CEFA35061B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047568" y="1557079"/>
                  <a:ext cx="502528" cy="267467"/>
                </a:xfrm>
                <a:prstGeom prst="rect">
                  <a:avLst/>
                </a:prstGeom>
                <a:blipFill>
                  <a:blip r:embed="rId7"/>
                  <a:stretch>
                    <a:fillRect b="-15385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67" name="CasellaDiTesto 66">
                  <a:extLst>
                    <a:ext uri="{FF2B5EF4-FFF2-40B4-BE49-F238E27FC236}">
                      <a16:creationId xmlns:a16="http://schemas.microsoft.com/office/drawing/2014/main" id="{35484B2D-9CC0-AB11-87ED-5C716A330B96}"/>
                    </a:ext>
                  </a:extLst>
                </p:cNvPr>
                <p:cNvSpPr txBox="1"/>
                <p:nvPr/>
              </p:nvSpPr>
              <p:spPr>
                <a:xfrm>
                  <a:off x="6099771" y="2141440"/>
                  <a:ext cx="495842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acc>
                          <m:accPr>
                            <m:chr m:val="̅"/>
                            <m:ctrlP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it-IT" sz="2000" b="0" i="1" smtClean="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800" dirty="0"/>
                </a:p>
              </p:txBody>
            </p:sp>
          </mc:Choice>
          <mc:Fallback>
            <p:sp>
              <p:nvSpPr>
                <p:cNvPr id="67" name="CasellaDiTesto 66">
                  <a:extLst>
                    <a:ext uri="{FF2B5EF4-FFF2-40B4-BE49-F238E27FC236}">
                      <a16:creationId xmlns:a16="http://schemas.microsoft.com/office/drawing/2014/main" id="{35484B2D-9CC0-AB11-87ED-5C716A330B9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099771" y="2141440"/>
                  <a:ext cx="495842" cy="267467"/>
                </a:xfrm>
                <a:prstGeom prst="rect">
                  <a:avLst/>
                </a:prstGeom>
                <a:blipFill>
                  <a:blip r:embed="rId8"/>
                  <a:stretch>
                    <a:fillRect r="-826" b="-13636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6" name="CasellaDiTesto 75">
                  <a:extLst>
                    <a:ext uri="{FF2B5EF4-FFF2-40B4-BE49-F238E27FC236}">
                      <a16:creationId xmlns:a16="http://schemas.microsoft.com/office/drawing/2014/main" id="{8FCD5AF3-E972-DA63-06AD-B20B8F8806A3}"/>
                    </a:ext>
                  </a:extLst>
                </p:cNvPr>
                <p:cNvSpPr txBox="1"/>
                <p:nvPr/>
              </p:nvSpPr>
              <p:spPr>
                <a:xfrm>
                  <a:off x="6712563" y="1554372"/>
                  <a:ext cx="49892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𝑦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76" name="CasellaDiTesto 75">
                  <a:extLst>
                    <a:ext uri="{FF2B5EF4-FFF2-40B4-BE49-F238E27FC236}">
                      <a16:creationId xmlns:a16="http://schemas.microsoft.com/office/drawing/2014/main" id="{8FCD5AF3-E972-DA63-06AD-B20B8F8806A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712563" y="1554372"/>
                  <a:ext cx="498928" cy="267467"/>
                </a:xfrm>
                <a:prstGeom prst="rect">
                  <a:avLst/>
                </a:prstGeom>
                <a:blipFill>
                  <a:blip r:embed="rId9"/>
                  <a:stretch>
                    <a:fillRect b="-13636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87" name="Connettore 2 86">
              <a:extLst>
                <a:ext uri="{FF2B5EF4-FFF2-40B4-BE49-F238E27FC236}">
                  <a16:creationId xmlns:a16="http://schemas.microsoft.com/office/drawing/2014/main" id="{F81FA8E5-E488-C5C9-E7D7-6876ABACBA41}"/>
                </a:ext>
              </a:extLst>
            </p:cNvPr>
            <p:cNvCxnSpPr>
              <a:cxnSpLocks/>
            </p:cNvCxnSpPr>
            <p:nvPr/>
          </p:nvCxnSpPr>
          <p:spPr>
            <a:xfrm>
              <a:off x="391090" y="1837271"/>
              <a:ext cx="719416" cy="0"/>
            </a:xfrm>
            <a:prstGeom prst="straightConnector1">
              <a:avLst/>
            </a:prstGeom>
            <a:ln>
              <a:tailEnd type="triangle"/>
            </a:ln>
            <a:effectLst/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9" name="CasellaDiTesto 88">
                  <a:extLst>
                    <a:ext uri="{FF2B5EF4-FFF2-40B4-BE49-F238E27FC236}">
                      <a16:creationId xmlns:a16="http://schemas.microsoft.com/office/drawing/2014/main" id="{3031FCFA-B0B1-CBE9-BA96-F699E3C2C227}"/>
                    </a:ext>
                  </a:extLst>
                </p:cNvPr>
                <p:cNvSpPr txBox="1"/>
                <p:nvPr/>
              </p:nvSpPr>
              <p:spPr>
                <a:xfrm>
                  <a:off x="306835" y="1547690"/>
                  <a:ext cx="484784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89" name="CasellaDiTesto 88">
                  <a:extLst>
                    <a:ext uri="{FF2B5EF4-FFF2-40B4-BE49-F238E27FC236}">
                      <a16:creationId xmlns:a16="http://schemas.microsoft.com/office/drawing/2014/main" id="{3031FCFA-B0B1-CBE9-BA96-F699E3C2C22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06835" y="1547690"/>
                  <a:ext cx="484784" cy="267467"/>
                </a:xfrm>
                <a:prstGeom prst="rect">
                  <a:avLst/>
                </a:prstGeom>
                <a:blipFill>
                  <a:blip r:embed="rId10"/>
                  <a:stretch>
                    <a:fillRect b="-15152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9415AB49-4187-3625-64BD-13A8912A6408}"/>
                    </a:ext>
                  </a:extLst>
                </p:cNvPr>
                <p:cNvSpPr txBox="1"/>
                <p:nvPr/>
              </p:nvSpPr>
              <p:spPr>
                <a:xfrm>
                  <a:off x="4249236" y="1989769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0" name="CasellaDiTesto 89">
                  <a:extLst>
                    <a:ext uri="{FF2B5EF4-FFF2-40B4-BE49-F238E27FC236}">
                      <a16:creationId xmlns:a16="http://schemas.microsoft.com/office/drawing/2014/main" id="{9415AB49-4187-3625-64BD-13A8912A640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249236" y="1989769"/>
                  <a:ext cx="287398" cy="267467"/>
                </a:xfrm>
                <a:prstGeom prst="rect">
                  <a:avLst/>
                </a:prstGeom>
                <a:blipFill>
                  <a:blip r:embed="rId11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1" name="CasellaDiTesto 90">
                  <a:extLst>
                    <a:ext uri="{FF2B5EF4-FFF2-40B4-BE49-F238E27FC236}">
                      <a16:creationId xmlns:a16="http://schemas.microsoft.com/office/drawing/2014/main" id="{A1E02452-256A-1C05-5F35-D67FB7CE986D}"/>
                    </a:ext>
                  </a:extLst>
                </p:cNvPr>
                <p:cNvSpPr txBox="1"/>
                <p:nvPr/>
              </p:nvSpPr>
              <p:spPr>
                <a:xfrm>
                  <a:off x="4100283" y="1523518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1" name="CasellaDiTesto 90">
                  <a:extLst>
                    <a:ext uri="{FF2B5EF4-FFF2-40B4-BE49-F238E27FC236}">
                      <a16:creationId xmlns:a16="http://schemas.microsoft.com/office/drawing/2014/main" id="{A1E02452-256A-1C05-5F35-D67FB7CE986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100283" y="1523518"/>
                  <a:ext cx="287398" cy="267467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2" name="CasellaDiTesto 91">
                  <a:extLst>
                    <a:ext uri="{FF2B5EF4-FFF2-40B4-BE49-F238E27FC236}">
                      <a16:creationId xmlns:a16="http://schemas.microsoft.com/office/drawing/2014/main" id="{982E0AE8-3874-32BF-8712-02CA14933C47}"/>
                    </a:ext>
                  </a:extLst>
                </p:cNvPr>
                <p:cNvSpPr txBox="1"/>
                <p:nvPr/>
              </p:nvSpPr>
              <p:spPr>
                <a:xfrm>
                  <a:off x="823108" y="1568679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2" name="CasellaDiTesto 91">
                  <a:extLst>
                    <a:ext uri="{FF2B5EF4-FFF2-40B4-BE49-F238E27FC236}">
                      <a16:creationId xmlns:a16="http://schemas.microsoft.com/office/drawing/2014/main" id="{982E0AE8-3874-32BF-8712-02CA14933C4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23108" y="1568679"/>
                  <a:ext cx="287398" cy="267467"/>
                </a:xfrm>
                <a:prstGeom prst="rect">
                  <a:avLst/>
                </a:prstGeom>
                <a:blipFill>
                  <a:blip r:embed="rId13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3" name="CasellaDiTesto 92">
                  <a:extLst>
                    <a:ext uri="{FF2B5EF4-FFF2-40B4-BE49-F238E27FC236}">
                      <a16:creationId xmlns:a16="http://schemas.microsoft.com/office/drawing/2014/main" id="{CF5C9488-0361-CD9A-FB76-EEAD4A0EEEB3}"/>
                    </a:ext>
                  </a:extLst>
                </p:cNvPr>
                <p:cNvSpPr txBox="1"/>
                <p:nvPr/>
              </p:nvSpPr>
              <p:spPr>
                <a:xfrm>
                  <a:off x="1018579" y="2030306"/>
                  <a:ext cx="2873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+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3" name="CasellaDiTesto 92">
                  <a:extLst>
                    <a:ext uri="{FF2B5EF4-FFF2-40B4-BE49-F238E27FC236}">
                      <a16:creationId xmlns:a16="http://schemas.microsoft.com/office/drawing/2014/main" id="{CF5C9488-0361-CD9A-FB76-EEAD4A0EEEB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18579" y="2030306"/>
                  <a:ext cx="287398" cy="267467"/>
                </a:xfrm>
                <a:prstGeom prst="rect">
                  <a:avLst/>
                </a:prstGeom>
                <a:blipFill>
                  <a:blip r:embed="rId14"/>
                  <a:stretch>
                    <a:fillRect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7" name="CasellaDiTesto 96">
                  <a:extLst>
                    <a:ext uri="{FF2B5EF4-FFF2-40B4-BE49-F238E27FC236}">
                      <a16:creationId xmlns:a16="http://schemas.microsoft.com/office/drawing/2014/main" id="{F558C60C-5566-2BCA-71A0-131952189210}"/>
                    </a:ext>
                  </a:extLst>
                </p:cNvPr>
                <p:cNvSpPr txBox="1"/>
                <p:nvPr/>
              </p:nvSpPr>
              <p:spPr>
                <a:xfrm>
                  <a:off x="1669693" y="1553559"/>
                  <a:ext cx="487998" cy="267467"/>
                </a:xfrm>
                <a:prstGeom prst="rect">
                  <a:avLst/>
                </a:prstGeom>
                <a:noFill/>
                <a:effectLst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𝑒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it-IT" sz="20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it-IT" sz="2000" dirty="0"/>
                </a:p>
              </p:txBody>
            </p:sp>
          </mc:Choice>
          <mc:Fallback xmlns="">
            <p:sp>
              <p:nvSpPr>
                <p:cNvPr id="97" name="CasellaDiTesto 96">
                  <a:extLst>
                    <a:ext uri="{FF2B5EF4-FFF2-40B4-BE49-F238E27FC236}">
                      <a16:creationId xmlns:a16="http://schemas.microsoft.com/office/drawing/2014/main" id="{F558C60C-5566-2BCA-71A0-13195218921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69693" y="1553559"/>
                  <a:ext cx="487998" cy="267467"/>
                </a:xfrm>
                <a:prstGeom prst="rect">
                  <a:avLst/>
                </a:prstGeom>
                <a:blipFill>
                  <a:blip r:embed="rId15"/>
                  <a:stretch>
                    <a:fillRect r="-840" b="-15385"/>
                  </a:stretch>
                </a:blipFill>
                <a:effectLst/>
              </p:spPr>
              <p:txBody>
                <a:bodyPr/>
                <a:lstStyle/>
                <a:p>
                  <a:r>
                    <a:rPr lang="it-IT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32365662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o 3">
            <a:extLst>
              <a:ext uri="{FF2B5EF4-FFF2-40B4-BE49-F238E27FC236}">
                <a16:creationId xmlns:a16="http://schemas.microsoft.com/office/drawing/2014/main" id="{8E469A56-819A-F4BF-F357-CD8B930E3DC2}"/>
              </a:ext>
            </a:extLst>
          </p:cNvPr>
          <p:cNvSpPr/>
          <p:nvPr/>
        </p:nvSpPr>
        <p:spPr>
          <a:xfrm>
            <a:off x="4184122" y="1542070"/>
            <a:ext cx="3823756" cy="3970020"/>
          </a:xfrm>
          <a:prstGeom prst="arc">
            <a:avLst>
              <a:gd name="adj1" fmla="val 14824762"/>
              <a:gd name="adj2" fmla="val 1620595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658B906-2D29-9A55-D735-664298793C82}"/>
              </a:ext>
            </a:extLst>
          </p:cNvPr>
          <p:cNvCxnSpPr>
            <a:cxnSpLocks/>
            <a:stCxn id="9" idx="0"/>
          </p:cNvCxnSpPr>
          <p:nvPr/>
        </p:nvCxnSpPr>
        <p:spPr>
          <a:xfrm flipH="1" flipV="1">
            <a:off x="5273040" y="1592580"/>
            <a:ext cx="822960" cy="1934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6FD090DF-9860-B419-3ABE-BA876BE26EEE}"/>
              </a:ext>
            </a:extLst>
          </p:cNvPr>
          <p:cNvCxnSpPr>
            <a:cxnSpLocks/>
            <a:stCxn id="9" idx="0"/>
          </p:cNvCxnSpPr>
          <p:nvPr/>
        </p:nvCxnSpPr>
        <p:spPr>
          <a:xfrm flipV="1">
            <a:off x="6096000" y="1290638"/>
            <a:ext cx="0" cy="223644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7" name="Ovale 6">
            <a:extLst>
              <a:ext uri="{FF2B5EF4-FFF2-40B4-BE49-F238E27FC236}">
                <a16:creationId xmlns:a16="http://schemas.microsoft.com/office/drawing/2014/main" id="{DFC09B86-16C2-BF94-E120-36BC8F6588C2}"/>
              </a:ext>
            </a:extLst>
          </p:cNvPr>
          <p:cNvSpPr/>
          <p:nvPr/>
        </p:nvSpPr>
        <p:spPr>
          <a:xfrm>
            <a:off x="5299075" y="4562855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88BF8D60-6488-8AF1-C94E-0D8F589482AA}"/>
              </a:ext>
            </a:extLst>
          </p:cNvPr>
          <p:cNvSpPr/>
          <p:nvPr/>
        </p:nvSpPr>
        <p:spPr>
          <a:xfrm>
            <a:off x="6483352" y="4562854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0EA1A2CE-B06B-C8A4-52D1-C0530C772955}"/>
              </a:ext>
            </a:extLst>
          </p:cNvPr>
          <p:cNvSpPr/>
          <p:nvPr/>
        </p:nvSpPr>
        <p:spPr>
          <a:xfrm>
            <a:off x="5090160" y="3527080"/>
            <a:ext cx="2011680" cy="103577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0" name="Triangolo isoscele 9">
            <a:extLst>
              <a:ext uri="{FF2B5EF4-FFF2-40B4-BE49-F238E27FC236}">
                <a16:creationId xmlns:a16="http://schemas.microsoft.com/office/drawing/2014/main" id="{DBCA74FA-19FD-5802-9479-FEA0D5B34FD2}"/>
              </a:ext>
            </a:extLst>
          </p:cNvPr>
          <p:cNvSpPr/>
          <p:nvPr/>
        </p:nvSpPr>
        <p:spPr>
          <a:xfrm rot="15111459">
            <a:off x="5334000" y="1645993"/>
            <a:ext cx="80963" cy="88106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B7B68590-0FAE-6252-2C05-F7B664470CD5}"/>
              </a:ext>
            </a:extLst>
          </p:cNvPr>
          <p:cNvSpPr/>
          <p:nvPr/>
        </p:nvSpPr>
        <p:spPr>
          <a:xfrm rot="20225249">
            <a:off x="5880880" y="2353715"/>
            <a:ext cx="1077036" cy="1003840"/>
          </a:xfrm>
          <a:prstGeom prst="rect">
            <a:avLst/>
          </a:prstGeom>
          <a:noFill/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4" name="Connettore 2 13">
            <a:extLst>
              <a:ext uri="{FF2B5EF4-FFF2-40B4-BE49-F238E27FC236}">
                <a16:creationId xmlns:a16="http://schemas.microsoft.com/office/drawing/2014/main" id="{621AB656-F25B-2533-F562-DBA4B9CFA1FD}"/>
              </a:ext>
            </a:extLst>
          </p:cNvPr>
          <p:cNvCxnSpPr>
            <a:cxnSpLocks/>
          </p:cNvCxnSpPr>
          <p:nvPr/>
        </p:nvCxnSpPr>
        <p:spPr>
          <a:xfrm>
            <a:off x="6711951" y="2164556"/>
            <a:ext cx="398887" cy="94376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8" name="Connettore 2 17">
            <a:extLst>
              <a:ext uri="{FF2B5EF4-FFF2-40B4-BE49-F238E27FC236}">
                <a16:creationId xmlns:a16="http://schemas.microsoft.com/office/drawing/2014/main" id="{8BB65984-712A-FCB9-27C8-C2193DD0122F}"/>
              </a:ext>
            </a:extLst>
          </p:cNvPr>
          <p:cNvCxnSpPr>
            <a:cxnSpLocks/>
          </p:cNvCxnSpPr>
          <p:nvPr/>
        </p:nvCxnSpPr>
        <p:spPr>
          <a:xfrm>
            <a:off x="5699512" y="2604308"/>
            <a:ext cx="0" cy="669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6" name="Ovale 15">
            <a:extLst>
              <a:ext uri="{FF2B5EF4-FFF2-40B4-BE49-F238E27FC236}">
                <a16:creationId xmlns:a16="http://schemas.microsoft.com/office/drawing/2014/main" id="{90841A8A-0FF5-E9C9-6864-D0F429ED0BD4}"/>
              </a:ext>
            </a:extLst>
          </p:cNvPr>
          <p:cNvSpPr/>
          <p:nvPr/>
        </p:nvSpPr>
        <p:spPr>
          <a:xfrm>
            <a:off x="5647785" y="2559830"/>
            <a:ext cx="103454" cy="103454"/>
          </a:xfrm>
          <a:prstGeom prst="ellips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23" name="Connettore 2 22">
            <a:extLst>
              <a:ext uri="{FF2B5EF4-FFF2-40B4-BE49-F238E27FC236}">
                <a16:creationId xmlns:a16="http://schemas.microsoft.com/office/drawing/2014/main" id="{C5D6005B-A3CA-DC00-A898-65ADE0AAC6FD}"/>
              </a:ext>
            </a:extLst>
          </p:cNvPr>
          <p:cNvCxnSpPr/>
          <p:nvPr/>
        </p:nvCxnSpPr>
        <p:spPr>
          <a:xfrm>
            <a:off x="3680460" y="4972429"/>
            <a:ext cx="49987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ttore 2 24">
            <a:extLst>
              <a:ext uri="{FF2B5EF4-FFF2-40B4-BE49-F238E27FC236}">
                <a16:creationId xmlns:a16="http://schemas.microsoft.com/office/drawing/2014/main" id="{21D2320D-5932-0C24-2512-8F9FF4D83EA5}"/>
              </a:ext>
            </a:extLst>
          </p:cNvPr>
          <p:cNvCxnSpPr/>
          <p:nvPr/>
        </p:nvCxnSpPr>
        <p:spPr>
          <a:xfrm flipV="1">
            <a:off x="3680460" y="1424940"/>
            <a:ext cx="0" cy="354748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53" name="Gruppo 52">
            <a:extLst>
              <a:ext uri="{FF2B5EF4-FFF2-40B4-BE49-F238E27FC236}">
                <a16:creationId xmlns:a16="http://schemas.microsoft.com/office/drawing/2014/main" id="{DC83CBCF-1DC7-D0B7-2C63-7E31AA31EB57}"/>
              </a:ext>
            </a:extLst>
          </p:cNvPr>
          <p:cNvGrpSpPr/>
          <p:nvPr/>
        </p:nvGrpSpPr>
        <p:grpSpPr>
          <a:xfrm rot="16200000">
            <a:off x="6968933" y="3544674"/>
            <a:ext cx="283810" cy="3157679"/>
            <a:chOff x="3317131" y="1562100"/>
            <a:chExt cx="363329" cy="3157679"/>
          </a:xfrm>
        </p:grpSpPr>
        <p:cxnSp>
          <p:nvCxnSpPr>
            <p:cNvPr id="54" name="Connettore diritto 53">
              <a:extLst>
                <a:ext uri="{FF2B5EF4-FFF2-40B4-BE49-F238E27FC236}">
                  <a16:creationId xmlns:a16="http://schemas.microsoft.com/office/drawing/2014/main" id="{0078CAE4-AD5F-7D9F-11F8-5B07C1EEAD16}"/>
                </a:ext>
              </a:extLst>
            </p:cNvPr>
            <p:cNvCxnSpPr/>
            <p:nvPr/>
          </p:nvCxnSpPr>
          <p:spPr>
            <a:xfrm flipH="1">
              <a:off x="3321844" y="156210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1BDA8923-8646-563F-7993-ADAD48C2370C}"/>
                </a:ext>
              </a:extLst>
            </p:cNvPr>
            <p:cNvCxnSpPr/>
            <p:nvPr/>
          </p:nvCxnSpPr>
          <p:spPr>
            <a:xfrm flipH="1">
              <a:off x="3321844" y="16900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diritto 55">
              <a:extLst>
                <a:ext uri="{FF2B5EF4-FFF2-40B4-BE49-F238E27FC236}">
                  <a16:creationId xmlns:a16="http://schemas.microsoft.com/office/drawing/2014/main" id="{CE6F5FF3-69CB-8DD3-7CD8-79969D3F1D76}"/>
                </a:ext>
              </a:extLst>
            </p:cNvPr>
            <p:cNvCxnSpPr/>
            <p:nvPr/>
          </p:nvCxnSpPr>
          <p:spPr>
            <a:xfrm flipH="1">
              <a:off x="3321844" y="181475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Connettore diritto 56">
              <a:extLst>
                <a:ext uri="{FF2B5EF4-FFF2-40B4-BE49-F238E27FC236}">
                  <a16:creationId xmlns:a16="http://schemas.microsoft.com/office/drawing/2014/main" id="{775E208A-280E-97AB-6804-CD947398747E}"/>
                </a:ext>
              </a:extLst>
            </p:cNvPr>
            <p:cNvCxnSpPr/>
            <p:nvPr/>
          </p:nvCxnSpPr>
          <p:spPr>
            <a:xfrm flipH="1">
              <a:off x="3321843" y="194269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Connettore diritto 57">
              <a:extLst>
                <a:ext uri="{FF2B5EF4-FFF2-40B4-BE49-F238E27FC236}">
                  <a16:creationId xmlns:a16="http://schemas.microsoft.com/office/drawing/2014/main" id="{B8A4AD56-BD57-0D59-7D2B-5DE5B85B36F2}"/>
                </a:ext>
              </a:extLst>
            </p:cNvPr>
            <p:cNvCxnSpPr/>
            <p:nvPr/>
          </p:nvCxnSpPr>
          <p:spPr>
            <a:xfrm flipH="1">
              <a:off x="3321843" y="207064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ttore diritto 58">
              <a:extLst>
                <a:ext uri="{FF2B5EF4-FFF2-40B4-BE49-F238E27FC236}">
                  <a16:creationId xmlns:a16="http://schemas.microsoft.com/office/drawing/2014/main" id="{E9433E0E-3EC9-02CE-2ECC-4A58CD39234B}"/>
                </a:ext>
              </a:extLst>
            </p:cNvPr>
            <p:cNvCxnSpPr/>
            <p:nvPr/>
          </p:nvCxnSpPr>
          <p:spPr>
            <a:xfrm flipH="1">
              <a:off x="3321843" y="21953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ttore diritto 59">
              <a:extLst>
                <a:ext uri="{FF2B5EF4-FFF2-40B4-BE49-F238E27FC236}">
                  <a16:creationId xmlns:a16="http://schemas.microsoft.com/office/drawing/2014/main" id="{2ED3565F-4E7D-01E7-E22C-E5D8C477A738}"/>
                </a:ext>
              </a:extLst>
            </p:cNvPr>
            <p:cNvCxnSpPr/>
            <p:nvPr/>
          </p:nvCxnSpPr>
          <p:spPr>
            <a:xfrm flipH="1">
              <a:off x="3321844" y="232822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ttore diritto 60">
              <a:extLst>
                <a:ext uri="{FF2B5EF4-FFF2-40B4-BE49-F238E27FC236}">
                  <a16:creationId xmlns:a16="http://schemas.microsoft.com/office/drawing/2014/main" id="{5EAA472D-5105-6131-F533-901E56B140EC}"/>
                </a:ext>
              </a:extLst>
            </p:cNvPr>
            <p:cNvCxnSpPr/>
            <p:nvPr/>
          </p:nvCxnSpPr>
          <p:spPr>
            <a:xfrm flipH="1">
              <a:off x="3321844" y="24561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ttore diritto 61">
              <a:extLst>
                <a:ext uri="{FF2B5EF4-FFF2-40B4-BE49-F238E27FC236}">
                  <a16:creationId xmlns:a16="http://schemas.microsoft.com/office/drawing/2014/main" id="{7094CBDD-D7EC-2787-27E5-3617BCC2604F}"/>
                </a:ext>
              </a:extLst>
            </p:cNvPr>
            <p:cNvCxnSpPr/>
            <p:nvPr/>
          </p:nvCxnSpPr>
          <p:spPr>
            <a:xfrm flipH="1">
              <a:off x="3321844" y="258087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ttore diritto 62">
              <a:extLst>
                <a:ext uri="{FF2B5EF4-FFF2-40B4-BE49-F238E27FC236}">
                  <a16:creationId xmlns:a16="http://schemas.microsoft.com/office/drawing/2014/main" id="{20215F2E-BD71-C2A9-2729-63A60B523166}"/>
                </a:ext>
              </a:extLst>
            </p:cNvPr>
            <p:cNvCxnSpPr/>
            <p:nvPr/>
          </p:nvCxnSpPr>
          <p:spPr>
            <a:xfrm flipH="1">
              <a:off x="3321843" y="270882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ttore diritto 63">
              <a:extLst>
                <a:ext uri="{FF2B5EF4-FFF2-40B4-BE49-F238E27FC236}">
                  <a16:creationId xmlns:a16="http://schemas.microsoft.com/office/drawing/2014/main" id="{714AD00C-90A0-9D3A-12A8-78042F591BCD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ttore diritto 64">
              <a:extLst>
                <a:ext uri="{FF2B5EF4-FFF2-40B4-BE49-F238E27FC236}">
                  <a16:creationId xmlns:a16="http://schemas.microsoft.com/office/drawing/2014/main" id="{FEBB183C-F87C-E754-8B45-1DDD7046E2BA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ttore diritto 65">
              <a:extLst>
                <a:ext uri="{FF2B5EF4-FFF2-40B4-BE49-F238E27FC236}">
                  <a16:creationId xmlns:a16="http://schemas.microsoft.com/office/drawing/2014/main" id="{F3BE770F-C74A-2DFE-C5AA-35807731F1E9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ttore diritto 66">
              <a:extLst>
                <a:ext uri="{FF2B5EF4-FFF2-40B4-BE49-F238E27FC236}">
                  <a16:creationId xmlns:a16="http://schemas.microsoft.com/office/drawing/2014/main" id="{557D055B-4A17-6D5B-812A-739C461EDC47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ttore diritto 67">
              <a:extLst>
                <a:ext uri="{FF2B5EF4-FFF2-40B4-BE49-F238E27FC236}">
                  <a16:creationId xmlns:a16="http://schemas.microsoft.com/office/drawing/2014/main" id="{3DA3C397-5796-0D32-E75E-B0B406341FD1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ttore diritto 68">
              <a:extLst>
                <a:ext uri="{FF2B5EF4-FFF2-40B4-BE49-F238E27FC236}">
                  <a16:creationId xmlns:a16="http://schemas.microsoft.com/office/drawing/2014/main" id="{C0760C20-DE86-BE54-693F-6F6F700038A4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ttore diritto 69">
              <a:extLst>
                <a:ext uri="{FF2B5EF4-FFF2-40B4-BE49-F238E27FC236}">
                  <a16:creationId xmlns:a16="http://schemas.microsoft.com/office/drawing/2014/main" id="{336E6076-F11E-E90E-3B8D-E8CA0CEFF85F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ttore diritto 70">
              <a:extLst>
                <a:ext uri="{FF2B5EF4-FFF2-40B4-BE49-F238E27FC236}">
                  <a16:creationId xmlns:a16="http://schemas.microsoft.com/office/drawing/2014/main" id="{E7FD3DBC-8DB9-A014-3A2F-048956646BFE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ttore diritto 71">
              <a:extLst>
                <a:ext uri="{FF2B5EF4-FFF2-40B4-BE49-F238E27FC236}">
                  <a16:creationId xmlns:a16="http://schemas.microsoft.com/office/drawing/2014/main" id="{31E7FB12-1296-FB74-9BB8-83DBFEFCBB7B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ttore diritto 72">
              <a:extLst>
                <a:ext uri="{FF2B5EF4-FFF2-40B4-BE49-F238E27FC236}">
                  <a16:creationId xmlns:a16="http://schemas.microsoft.com/office/drawing/2014/main" id="{D21A5961-3528-426B-A99C-4D30D0F347DC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ttore diritto 73">
              <a:extLst>
                <a:ext uri="{FF2B5EF4-FFF2-40B4-BE49-F238E27FC236}">
                  <a16:creationId xmlns:a16="http://schemas.microsoft.com/office/drawing/2014/main" id="{81E07EFE-6919-2C76-1C54-64F3612CD8BF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ttore diritto 74">
              <a:extLst>
                <a:ext uri="{FF2B5EF4-FFF2-40B4-BE49-F238E27FC236}">
                  <a16:creationId xmlns:a16="http://schemas.microsoft.com/office/drawing/2014/main" id="{8A7B0800-2E49-0DBC-B889-9C1F54FE4902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ttore diritto 75">
              <a:extLst>
                <a:ext uri="{FF2B5EF4-FFF2-40B4-BE49-F238E27FC236}">
                  <a16:creationId xmlns:a16="http://schemas.microsoft.com/office/drawing/2014/main" id="{9E3B89E1-8E43-CB5A-865C-F4B9A7A08E38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ttore diritto 76">
              <a:extLst>
                <a:ext uri="{FF2B5EF4-FFF2-40B4-BE49-F238E27FC236}">
                  <a16:creationId xmlns:a16="http://schemas.microsoft.com/office/drawing/2014/main" id="{E2C465D0-FE6F-1ADB-38F6-2DA6D1042D57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" name="Gruppo 77">
            <a:extLst>
              <a:ext uri="{FF2B5EF4-FFF2-40B4-BE49-F238E27FC236}">
                <a16:creationId xmlns:a16="http://schemas.microsoft.com/office/drawing/2014/main" id="{5925A7A6-5C2F-DFD7-E6D0-3C830DED461B}"/>
              </a:ext>
            </a:extLst>
          </p:cNvPr>
          <p:cNvGrpSpPr/>
          <p:nvPr/>
        </p:nvGrpSpPr>
        <p:grpSpPr>
          <a:xfrm rot="16200000">
            <a:off x="4551606" y="4174526"/>
            <a:ext cx="283809" cy="1883008"/>
            <a:chOff x="3317131" y="2836771"/>
            <a:chExt cx="363328" cy="1883008"/>
          </a:xfrm>
        </p:grpSpPr>
        <p:cxnSp>
          <p:nvCxnSpPr>
            <p:cNvPr id="89" name="Connettore diritto 88">
              <a:extLst>
                <a:ext uri="{FF2B5EF4-FFF2-40B4-BE49-F238E27FC236}">
                  <a16:creationId xmlns:a16="http://schemas.microsoft.com/office/drawing/2014/main" id="{4B4CBDB9-FF79-F0B5-5186-D86BAE868942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0" name="Connettore diritto 89">
              <a:extLst>
                <a:ext uri="{FF2B5EF4-FFF2-40B4-BE49-F238E27FC236}">
                  <a16:creationId xmlns:a16="http://schemas.microsoft.com/office/drawing/2014/main" id="{0D4C29CB-BC75-4166-9BD3-A04E932E3DB6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1" name="Connettore diritto 90">
              <a:extLst>
                <a:ext uri="{FF2B5EF4-FFF2-40B4-BE49-F238E27FC236}">
                  <a16:creationId xmlns:a16="http://schemas.microsoft.com/office/drawing/2014/main" id="{E69F65A9-A09D-69CC-1486-3BEA46CD1378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2" name="Connettore diritto 91">
              <a:extLst>
                <a:ext uri="{FF2B5EF4-FFF2-40B4-BE49-F238E27FC236}">
                  <a16:creationId xmlns:a16="http://schemas.microsoft.com/office/drawing/2014/main" id="{4D0FE201-1398-94CE-1FD0-37AD80DA0F81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3" name="Connettore diritto 92">
              <a:extLst>
                <a:ext uri="{FF2B5EF4-FFF2-40B4-BE49-F238E27FC236}">
                  <a16:creationId xmlns:a16="http://schemas.microsoft.com/office/drawing/2014/main" id="{0EE3E46E-0788-0444-5F83-1E854B2DBF86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4" name="Connettore diritto 93">
              <a:extLst>
                <a:ext uri="{FF2B5EF4-FFF2-40B4-BE49-F238E27FC236}">
                  <a16:creationId xmlns:a16="http://schemas.microsoft.com/office/drawing/2014/main" id="{0E5FE6AF-9ABA-525A-1D87-260A41074335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5" name="Connettore diritto 94">
              <a:extLst>
                <a:ext uri="{FF2B5EF4-FFF2-40B4-BE49-F238E27FC236}">
                  <a16:creationId xmlns:a16="http://schemas.microsoft.com/office/drawing/2014/main" id="{B6FA9B78-8C67-1BD3-1256-3B63AB6B9E75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ttore diritto 95">
              <a:extLst>
                <a:ext uri="{FF2B5EF4-FFF2-40B4-BE49-F238E27FC236}">
                  <a16:creationId xmlns:a16="http://schemas.microsoft.com/office/drawing/2014/main" id="{8CC80ABD-5D27-DD1D-0D3E-5E7CFAFA6CFA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ttore diritto 96">
              <a:extLst>
                <a:ext uri="{FF2B5EF4-FFF2-40B4-BE49-F238E27FC236}">
                  <a16:creationId xmlns:a16="http://schemas.microsoft.com/office/drawing/2014/main" id="{1CBD9DA5-CF00-A862-620A-113FB92EEA1A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ttore diritto 97">
              <a:extLst>
                <a:ext uri="{FF2B5EF4-FFF2-40B4-BE49-F238E27FC236}">
                  <a16:creationId xmlns:a16="http://schemas.microsoft.com/office/drawing/2014/main" id="{A9DA61CC-68EB-693D-72A6-8A4A38C34DB9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ttore diritto 98">
              <a:extLst>
                <a:ext uri="{FF2B5EF4-FFF2-40B4-BE49-F238E27FC236}">
                  <a16:creationId xmlns:a16="http://schemas.microsoft.com/office/drawing/2014/main" id="{8E1FBE0D-B7F4-CA2D-AA1A-A1F01C25794A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ttore diritto 99">
              <a:extLst>
                <a:ext uri="{FF2B5EF4-FFF2-40B4-BE49-F238E27FC236}">
                  <a16:creationId xmlns:a16="http://schemas.microsoft.com/office/drawing/2014/main" id="{05445BBA-695D-E86D-17AB-E72CF3168F6F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ttore diritto 100">
              <a:extLst>
                <a:ext uri="{FF2B5EF4-FFF2-40B4-BE49-F238E27FC236}">
                  <a16:creationId xmlns:a16="http://schemas.microsoft.com/office/drawing/2014/main" id="{024596F9-922A-9A59-69C1-E098F7CE27CD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ttore diritto 101">
              <a:extLst>
                <a:ext uri="{FF2B5EF4-FFF2-40B4-BE49-F238E27FC236}">
                  <a16:creationId xmlns:a16="http://schemas.microsoft.com/office/drawing/2014/main" id="{A21706CF-FAEC-AFBD-6D44-2967F4F4D905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104" name="Connettore 2 103">
            <a:extLst>
              <a:ext uri="{FF2B5EF4-FFF2-40B4-BE49-F238E27FC236}">
                <a16:creationId xmlns:a16="http://schemas.microsoft.com/office/drawing/2014/main" id="{6327F32A-1E69-DB3B-63FD-F0EBDA6B33F3}"/>
              </a:ext>
            </a:extLst>
          </p:cNvPr>
          <p:cNvCxnSpPr>
            <a:stCxn id="9" idx="3"/>
          </p:cNvCxnSpPr>
          <p:nvPr/>
        </p:nvCxnSpPr>
        <p:spPr>
          <a:xfrm>
            <a:off x="7101840" y="4044968"/>
            <a:ext cx="590727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17" name="Connettore 2 116">
            <a:extLst>
              <a:ext uri="{FF2B5EF4-FFF2-40B4-BE49-F238E27FC236}">
                <a16:creationId xmlns:a16="http://schemas.microsoft.com/office/drawing/2014/main" id="{936D42BD-DF59-6CC7-6803-56E91857A507}"/>
              </a:ext>
            </a:extLst>
          </p:cNvPr>
          <p:cNvCxnSpPr>
            <a:stCxn id="9" idx="1"/>
          </p:cNvCxnSpPr>
          <p:nvPr/>
        </p:nvCxnSpPr>
        <p:spPr>
          <a:xfrm flipH="1">
            <a:off x="4513201" y="4044968"/>
            <a:ext cx="576959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08" name="Connettore 2 107">
            <a:extLst>
              <a:ext uri="{FF2B5EF4-FFF2-40B4-BE49-F238E27FC236}">
                <a16:creationId xmlns:a16="http://schemas.microsoft.com/office/drawing/2014/main" id="{BEF146D8-93F0-328E-375C-0C17ED9F2687}"/>
              </a:ext>
            </a:extLst>
          </p:cNvPr>
          <p:cNvCxnSpPr/>
          <p:nvPr/>
        </p:nvCxnSpPr>
        <p:spPr>
          <a:xfrm>
            <a:off x="6096000" y="3467100"/>
            <a:ext cx="852042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9" name="Connettore 2 108">
            <a:extLst>
              <a:ext uri="{FF2B5EF4-FFF2-40B4-BE49-F238E27FC236}">
                <a16:creationId xmlns:a16="http://schemas.microsoft.com/office/drawing/2014/main" id="{EB30D8B3-F3E4-3195-B9FE-6B8835745335}"/>
              </a:ext>
            </a:extLst>
          </p:cNvPr>
          <p:cNvCxnSpPr>
            <a:cxnSpLocks/>
          </p:cNvCxnSpPr>
          <p:nvPr/>
        </p:nvCxnSpPr>
        <p:spPr>
          <a:xfrm flipH="1">
            <a:off x="5276550" y="3467100"/>
            <a:ext cx="80278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3" name="Connettore 2 112">
            <a:extLst>
              <a:ext uri="{FF2B5EF4-FFF2-40B4-BE49-F238E27FC236}">
                <a16:creationId xmlns:a16="http://schemas.microsoft.com/office/drawing/2014/main" id="{18F4D2E2-CB88-0EB5-BB06-BB0AE475BD43}"/>
              </a:ext>
            </a:extLst>
          </p:cNvPr>
          <p:cNvCxnSpPr>
            <a:cxnSpLocks/>
          </p:cNvCxnSpPr>
          <p:nvPr/>
        </p:nvCxnSpPr>
        <p:spPr>
          <a:xfrm flipV="1">
            <a:off x="6096000" y="2795655"/>
            <a:ext cx="0" cy="6714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23" name="CasellaDiTesto 122">
                <a:extLst>
                  <a:ext uri="{FF2B5EF4-FFF2-40B4-BE49-F238E27FC236}">
                    <a16:creationId xmlns:a16="http://schemas.microsoft.com/office/drawing/2014/main" id="{AE1218AC-6FDB-68ED-ADAA-2CD63192456C}"/>
                  </a:ext>
                </a:extLst>
              </p:cNvPr>
              <p:cNvSpPr txBox="1"/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3" name="CasellaDiTesto 122">
                <a:extLst>
                  <a:ext uri="{FF2B5EF4-FFF2-40B4-BE49-F238E27FC236}">
                    <a16:creationId xmlns:a16="http://schemas.microsoft.com/office/drawing/2014/main" id="{AE1218AC-6FDB-68ED-ADAA-2CD63192456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blipFill>
                <a:blip r:embed="rId2"/>
                <a:stretch>
                  <a:fillRect l="-15873" r="-15873" b="-239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4" name="CasellaDiTesto 123">
                <a:extLst>
                  <a:ext uri="{FF2B5EF4-FFF2-40B4-BE49-F238E27FC236}">
                    <a16:creationId xmlns:a16="http://schemas.microsoft.com/office/drawing/2014/main" id="{033B00FD-466B-25A7-E095-018F24C2BD80}"/>
                  </a:ext>
                </a:extLst>
              </p:cNvPr>
              <p:cNvSpPr txBox="1"/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4" name="CasellaDiTesto 123">
                <a:extLst>
                  <a:ext uri="{FF2B5EF4-FFF2-40B4-BE49-F238E27FC236}">
                    <a16:creationId xmlns:a16="http://schemas.microsoft.com/office/drawing/2014/main" id="{033B00FD-466B-25A7-E095-018F24C2BD8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blipFill>
                <a:blip r:embed="rId3"/>
                <a:stretch>
                  <a:fillRect l="-11111" t="-18182" r="-1852" b="-2045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5" name="CasellaDiTesto 124">
                <a:extLst>
                  <a:ext uri="{FF2B5EF4-FFF2-40B4-BE49-F238E27FC236}">
                    <a16:creationId xmlns:a16="http://schemas.microsoft.com/office/drawing/2014/main" id="{EEF80DDD-F126-8002-5C40-88EF5CB7CBF9}"/>
                  </a:ext>
                </a:extLst>
              </p:cNvPr>
              <p:cNvSpPr txBox="1"/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5" name="CasellaDiTesto 124">
                <a:extLst>
                  <a:ext uri="{FF2B5EF4-FFF2-40B4-BE49-F238E27FC236}">
                    <a16:creationId xmlns:a16="http://schemas.microsoft.com/office/drawing/2014/main" id="{EEF80DDD-F126-8002-5C40-88EF5CB7CB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blipFill>
                <a:blip r:embed="rId4"/>
                <a:stretch>
                  <a:fillRect l="-15000" r="-125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6" name="CasellaDiTesto 125">
                <a:extLst>
                  <a:ext uri="{FF2B5EF4-FFF2-40B4-BE49-F238E27FC236}">
                    <a16:creationId xmlns:a16="http://schemas.microsoft.com/office/drawing/2014/main" id="{175AD57F-7610-FEA8-E2B3-B49E094A17ED}"/>
                  </a:ext>
                </a:extLst>
              </p:cNvPr>
              <p:cNvSpPr txBox="1"/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6" name="CasellaDiTesto 125">
                <a:extLst>
                  <a:ext uri="{FF2B5EF4-FFF2-40B4-BE49-F238E27FC236}">
                    <a16:creationId xmlns:a16="http://schemas.microsoft.com/office/drawing/2014/main" id="{175AD57F-7610-FEA8-E2B3-B49E094A17E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blipFill>
                <a:blip r:embed="rId5"/>
                <a:stretch>
                  <a:fillRect l="-31250" r="-28125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7" name="CasellaDiTesto 126">
                <a:extLst>
                  <a:ext uri="{FF2B5EF4-FFF2-40B4-BE49-F238E27FC236}">
                    <a16:creationId xmlns:a16="http://schemas.microsoft.com/office/drawing/2014/main" id="{65B6A9DF-607A-2DC5-C5D3-45A99CB78DCE}"/>
                  </a:ext>
                </a:extLst>
              </p:cNvPr>
              <p:cNvSpPr txBox="1"/>
              <p:nvPr/>
            </p:nvSpPr>
            <p:spPr>
              <a:xfrm>
                <a:off x="5014225" y="3249503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7" name="CasellaDiTesto 126">
                <a:extLst>
                  <a:ext uri="{FF2B5EF4-FFF2-40B4-BE49-F238E27FC236}">
                    <a16:creationId xmlns:a16="http://schemas.microsoft.com/office/drawing/2014/main" id="{65B6A9DF-607A-2DC5-C5D3-45A99CB78DC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14225" y="3249503"/>
                <a:ext cx="211700" cy="276999"/>
              </a:xfrm>
              <a:prstGeom prst="rect">
                <a:avLst/>
              </a:prstGeom>
              <a:blipFill>
                <a:blip r:embed="rId6"/>
                <a:stretch>
                  <a:fillRect l="-32353" r="-29412" b="-888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29" name="CasellaDiTesto 128">
                <a:extLst>
                  <a:ext uri="{FF2B5EF4-FFF2-40B4-BE49-F238E27FC236}">
                    <a16:creationId xmlns:a16="http://schemas.microsoft.com/office/drawing/2014/main" id="{7CE4FB07-8766-BA16-E9EB-2DB6809096AB}"/>
                  </a:ext>
                </a:extLst>
              </p:cNvPr>
              <p:cNvSpPr txBox="1"/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29" name="CasellaDiTesto 128">
                <a:extLst>
                  <a:ext uri="{FF2B5EF4-FFF2-40B4-BE49-F238E27FC236}">
                    <a16:creationId xmlns:a16="http://schemas.microsoft.com/office/drawing/2014/main" id="{7CE4FB07-8766-BA16-E9EB-2DB6809096A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blipFill>
                <a:blip r:embed="rId7"/>
                <a:stretch>
                  <a:fillRect l="-28571" r="-28571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0" name="CasellaDiTesto 129">
                <a:extLst>
                  <a:ext uri="{FF2B5EF4-FFF2-40B4-BE49-F238E27FC236}">
                    <a16:creationId xmlns:a16="http://schemas.microsoft.com/office/drawing/2014/main" id="{21B0CEAB-9D02-5732-213A-B77FD4F4B2CF}"/>
                  </a:ext>
                </a:extLst>
              </p:cNvPr>
              <p:cNvSpPr txBox="1"/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𝛽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0" name="CasellaDiTesto 129">
                <a:extLst>
                  <a:ext uri="{FF2B5EF4-FFF2-40B4-BE49-F238E27FC236}">
                    <a16:creationId xmlns:a16="http://schemas.microsoft.com/office/drawing/2014/main" id="{21B0CEAB-9D02-5732-213A-B77FD4F4B2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blipFill>
                <a:blip r:embed="rId8"/>
                <a:stretch>
                  <a:fillRect l="-26415" t="-4444" r="-30189" b="-3555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1" name="CasellaDiTesto 130">
                <a:extLst>
                  <a:ext uri="{FF2B5EF4-FFF2-40B4-BE49-F238E27FC236}">
                    <a16:creationId xmlns:a16="http://schemas.microsoft.com/office/drawing/2014/main" id="{1C963FD8-DA73-CB18-4785-C83C2642191A}"/>
                  </a:ext>
                </a:extLst>
              </p:cNvPr>
              <p:cNvSpPr txBox="1"/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1" name="CasellaDiTesto 130">
                <a:extLst>
                  <a:ext uri="{FF2B5EF4-FFF2-40B4-BE49-F238E27FC236}">
                    <a16:creationId xmlns:a16="http://schemas.microsoft.com/office/drawing/2014/main" id="{1C963FD8-DA73-CB18-4785-C83C264219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blipFill>
                <a:blip r:embed="rId9"/>
                <a:stretch>
                  <a:fillRect l="-26471" r="-20588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2" name="CasellaDiTesto 131">
                <a:extLst>
                  <a:ext uri="{FF2B5EF4-FFF2-40B4-BE49-F238E27FC236}">
                    <a16:creationId xmlns:a16="http://schemas.microsoft.com/office/drawing/2014/main" id="{1F8C3131-57A7-FFC0-082E-2300CE54506A}"/>
                  </a:ext>
                </a:extLst>
              </p:cNvPr>
              <p:cNvSpPr txBox="1"/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2" name="CasellaDiTesto 131">
                <a:extLst>
                  <a:ext uri="{FF2B5EF4-FFF2-40B4-BE49-F238E27FC236}">
                    <a16:creationId xmlns:a16="http://schemas.microsoft.com/office/drawing/2014/main" id="{1F8C3131-57A7-FFC0-082E-2300CE5450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blipFill>
                <a:blip r:embed="rId10"/>
                <a:stretch>
                  <a:fillRect l="-48571" r="-74286" b="-5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3" name="CasellaDiTesto 132">
                <a:extLst>
                  <a:ext uri="{FF2B5EF4-FFF2-40B4-BE49-F238E27FC236}">
                    <a16:creationId xmlns:a16="http://schemas.microsoft.com/office/drawing/2014/main" id="{195771CE-DBD4-1FA9-12E2-44140D07C9B1}"/>
                  </a:ext>
                </a:extLst>
              </p:cNvPr>
              <p:cNvSpPr txBox="1"/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3" name="CasellaDiTesto 132">
                <a:extLst>
                  <a:ext uri="{FF2B5EF4-FFF2-40B4-BE49-F238E27FC236}">
                    <a16:creationId xmlns:a16="http://schemas.microsoft.com/office/drawing/2014/main" id="{195771CE-DBD4-1FA9-12E2-44140D07C9B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blipFill>
                <a:blip r:embed="rId11"/>
                <a:stretch>
                  <a:fillRect l="-20000" r="-1714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4" name="CasellaDiTesto 133">
                <a:extLst>
                  <a:ext uri="{FF2B5EF4-FFF2-40B4-BE49-F238E27FC236}">
                    <a16:creationId xmlns:a16="http://schemas.microsoft.com/office/drawing/2014/main" id="{AAE0A42D-F4B8-CF7A-B6E6-8DC9836A387A}"/>
                  </a:ext>
                </a:extLst>
              </p:cNvPr>
              <p:cNvSpPr txBox="1"/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34" name="CasellaDiTesto 133">
                <a:extLst>
                  <a:ext uri="{FF2B5EF4-FFF2-40B4-BE49-F238E27FC236}">
                    <a16:creationId xmlns:a16="http://schemas.microsoft.com/office/drawing/2014/main" id="{AAE0A42D-F4B8-CF7A-B6E6-8DC9836A387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blipFill>
                <a:blip r:embed="rId12"/>
                <a:stretch>
                  <a:fillRect l="-29412" r="-235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5" name="CasellaDiTesto 134">
                <a:extLst>
                  <a:ext uri="{FF2B5EF4-FFF2-40B4-BE49-F238E27FC236}">
                    <a16:creationId xmlns:a16="http://schemas.microsoft.com/office/drawing/2014/main" id="{0C635107-0651-C2BF-A1BE-54A9A96F36A0}"/>
                  </a:ext>
                </a:extLst>
              </p:cNvPr>
              <p:cNvSpPr txBox="1"/>
              <p:nvPr/>
            </p:nvSpPr>
            <p:spPr>
              <a:xfrm>
                <a:off x="3376442" y="1240274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135" name="CasellaDiTesto 134">
                <a:extLst>
                  <a:ext uri="{FF2B5EF4-FFF2-40B4-BE49-F238E27FC236}">
                    <a16:creationId xmlns:a16="http://schemas.microsoft.com/office/drawing/2014/main" id="{0C635107-0651-C2BF-A1BE-54A9A96F36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76442" y="1240274"/>
                <a:ext cx="211700" cy="369332"/>
              </a:xfrm>
              <a:prstGeom prst="rect">
                <a:avLst/>
              </a:prstGeom>
              <a:blipFill>
                <a:blip r:embed="rId13"/>
                <a:stretch>
                  <a:fillRect l="-42857" r="-40000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6" name="Arco 135">
            <a:extLst>
              <a:ext uri="{FF2B5EF4-FFF2-40B4-BE49-F238E27FC236}">
                <a16:creationId xmlns:a16="http://schemas.microsoft.com/office/drawing/2014/main" id="{FCD1DDAA-DF09-FBAA-78C3-A05411A76928}"/>
              </a:ext>
            </a:extLst>
          </p:cNvPr>
          <p:cNvSpPr/>
          <p:nvPr/>
        </p:nvSpPr>
        <p:spPr>
          <a:xfrm>
            <a:off x="4393453" y="1787512"/>
            <a:ext cx="3405094" cy="3535344"/>
          </a:xfrm>
          <a:prstGeom prst="arc">
            <a:avLst>
              <a:gd name="adj1" fmla="val 14824762"/>
              <a:gd name="adj2" fmla="val 15541667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37" name="Triangolo isoscele 136">
            <a:extLst>
              <a:ext uri="{FF2B5EF4-FFF2-40B4-BE49-F238E27FC236}">
                <a16:creationId xmlns:a16="http://schemas.microsoft.com/office/drawing/2014/main" id="{8C3DBCFB-68AA-C081-8064-D0A323D7EB37}"/>
              </a:ext>
            </a:extLst>
          </p:cNvPr>
          <p:cNvSpPr/>
          <p:nvPr/>
        </p:nvSpPr>
        <p:spPr>
          <a:xfrm rot="4756538">
            <a:off x="5752871" y="1776833"/>
            <a:ext cx="80963" cy="88106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CasellaDiTesto 137">
                <a:extLst>
                  <a:ext uri="{FF2B5EF4-FFF2-40B4-BE49-F238E27FC236}">
                    <a16:creationId xmlns:a16="http://schemas.microsoft.com/office/drawing/2014/main" id="{9F379834-8E8C-5D2A-AFDA-503411D3D79C}"/>
                  </a:ext>
                </a:extLst>
              </p:cNvPr>
              <p:cNvSpPr txBox="1"/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138" name="CasellaDiTesto 137">
                <a:extLst>
                  <a:ext uri="{FF2B5EF4-FFF2-40B4-BE49-F238E27FC236}">
                    <a16:creationId xmlns:a16="http://schemas.microsoft.com/office/drawing/2014/main" id="{9F379834-8E8C-5D2A-AFDA-503411D3D79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blipFill>
                <a:blip r:embed="rId14"/>
                <a:stretch>
                  <a:fillRect l="-11111" t="-12500" r="-31481" b="-62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948917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Ovale 6">
            <a:extLst>
              <a:ext uri="{FF2B5EF4-FFF2-40B4-BE49-F238E27FC236}">
                <a16:creationId xmlns:a16="http://schemas.microsoft.com/office/drawing/2014/main" id="{2F975E46-D4A8-3C79-6646-B3797C4F6FB9}"/>
              </a:ext>
            </a:extLst>
          </p:cNvPr>
          <p:cNvSpPr/>
          <p:nvPr/>
        </p:nvSpPr>
        <p:spPr>
          <a:xfrm>
            <a:off x="5299075" y="4562855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8" name="Ovale 7">
            <a:extLst>
              <a:ext uri="{FF2B5EF4-FFF2-40B4-BE49-F238E27FC236}">
                <a16:creationId xmlns:a16="http://schemas.microsoft.com/office/drawing/2014/main" id="{1AFE83C0-0E14-226B-6910-9E0CE0F1E61D}"/>
              </a:ext>
            </a:extLst>
          </p:cNvPr>
          <p:cNvSpPr/>
          <p:nvPr/>
        </p:nvSpPr>
        <p:spPr>
          <a:xfrm>
            <a:off x="6483352" y="4562854"/>
            <a:ext cx="409575" cy="409575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9" name="Rettangolo 8">
            <a:extLst>
              <a:ext uri="{FF2B5EF4-FFF2-40B4-BE49-F238E27FC236}">
                <a16:creationId xmlns:a16="http://schemas.microsoft.com/office/drawing/2014/main" id="{CFFA4B8E-7319-A6A0-3E64-417F0E9D8C93}"/>
              </a:ext>
            </a:extLst>
          </p:cNvPr>
          <p:cNvSpPr/>
          <p:nvPr/>
        </p:nvSpPr>
        <p:spPr>
          <a:xfrm>
            <a:off x="5090160" y="3527080"/>
            <a:ext cx="2011680" cy="1035776"/>
          </a:xfrm>
          <a:prstGeom prst="rect">
            <a:avLst/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5" name="Connettore 2 14">
            <a:extLst>
              <a:ext uri="{FF2B5EF4-FFF2-40B4-BE49-F238E27FC236}">
                <a16:creationId xmlns:a16="http://schemas.microsoft.com/office/drawing/2014/main" id="{868DCD43-BCA4-2E74-E578-52CEA0606BDC}"/>
              </a:ext>
            </a:extLst>
          </p:cNvPr>
          <p:cNvCxnSpPr/>
          <p:nvPr/>
        </p:nvCxnSpPr>
        <p:spPr>
          <a:xfrm>
            <a:off x="3680460" y="4972429"/>
            <a:ext cx="4998720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ttore 2 15">
            <a:extLst>
              <a:ext uri="{FF2B5EF4-FFF2-40B4-BE49-F238E27FC236}">
                <a16:creationId xmlns:a16="http://schemas.microsoft.com/office/drawing/2014/main" id="{7C3509B7-F568-DD71-8201-3A75271989B1}"/>
              </a:ext>
            </a:extLst>
          </p:cNvPr>
          <p:cNvCxnSpPr>
            <a:cxnSpLocks/>
          </p:cNvCxnSpPr>
          <p:nvPr/>
        </p:nvCxnSpPr>
        <p:spPr>
          <a:xfrm flipV="1">
            <a:off x="3680460" y="2990850"/>
            <a:ext cx="0" cy="1981579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pSp>
        <p:nvGrpSpPr>
          <p:cNvPr id="17" name="Gruppo 16">
            <a:extLst>
              <a:ext uri="{FF2B5EF4-FFF2-40B4-BE49-F238E27FC236}">
                <a16:creationId xmlns:a16="http://schemas.microsoft.com/office/drawing/2014/main" id="{FA306253-2AC1-292B-4CD8-9D8B7C45438C}"/>
              </a:ext>
            </a:extLst>
          </p:cNvPr>
          <p:cNvGrpSpPr/>
          <p:nvPr/>
        </p:nvGrpSpPr>
        <p:grpSpPr>
          <a:xfrm rot="16200000">
            <a:off x="6968933" y="3544674"/>
            <a:ext cx="283810" cy="3157679"/>
            <a:chOff x="3317131" y="1562100"/>
            <a:chExt cx="363329" cy="3157679"/>
          </a:xfrm>
        </p:grpSpPr>
        <p:cxnSp>
          <p:nvCxnSpPr>
            <p:cNvPr id="18" name="Connettore diritto 17">
              <a:extLst>
                <a:ext uri="{FF2B5EF4-FFF2-40B4-BE49-F238E27FC236}">
                  <a16:creationId xmlns:a16="http://schemas.microsoft.com/office/drawing/2014/main" id="{D876419F-8526-7832-9CC8-8716D29B9B1A}"/>
                </a:ext>
              </a:extLst>
            </p:cNvPr>
            <p:cNvCxnSpPr/>
            <p:nvPr/>
          </p:nvCxnSpPr>
          <p:spPr>
            <a:xfrm flipH="1">
              <a:off x="3321844" y="156210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" name="Connettore diritto 18">
              <a:extLst>
                <a:ext uri="{FF2B5EF4-FFF2-40B4-BE49-F238E27FC236}">
                  <a16:creationId xmlns:a16="http://schemas.microsoft.com/office/drawing/2014/main" id="{1EC20290-4D8C-7ED8-9D5F-D9FC21806CF4}"/>
                </a:ext>
              </a:extLst>
            </p:cNvPr>
            <p:cNvCxnSpPr/>
            <p:nvPr/>
          </p:nvCxnSpPr>
          <p:spPr>
            <a:xfrm flipH="1">
              <a:off x="3321844" y="16900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Connettore diritto 19">
              <a:extLst>
                <a:ext uri="{FF2B5EF4-FFF2-40B4-BE49-F238E27FC236}">
                  <a16:creationId xmlns:a16="http://schemas.microsoft.com/office/drawing/2014/main" id="{CD3F534A-AE4E-8739-6B81-B2123DC9DBF4}"/>
                </a:ext>
              </a:extLst>
            </p:cNvPr>
            <p:cNvCxnSpPr/>
            <p:nvPr/>
          </p:nvCxnSpPr>
          <p:spPr>
            <a:xfrm flipH="1">
              <a:off x="3321844" y="1814750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Connettore diritto 20">
              <a:extLst>
                <a:ext uri="{FF2B5EF4-FFF2-40B4-BE49-F238E27FC236}">
                  <a16:creationId xmlns:a16="http://schemas.microsoft.com/office/drawing/2014/main" id="{C6A1B58F-C126-6613-CFD9-1DCD7E082E8C}"/>
                </a:ext>
              </a:extLst>
            </p:cNvPr>
            <p:cNvCxnSpPr/>
            <p:nvPr/>
          </p:nvCxnSpPr>
          <p:spPr>
            <a:xfrm flipH="1">
              <a:off x="3321843" y="194269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Connettore diritto 21">
              <a:extLst>
                <a:ext uri="{FF2B5EF4-FFF2-40B4-BE49-F238E27FC236}">
                  <a16:creationId xmlns:a16="http://schemas.microsoft.com/office/drawing/2014/main" id="{341486ED-81ED-7A10-37BE-833C9FE8AF20}"/>
                </a:ext>
              </a:extLst>
            </p:cNvPr>
            <p:cNvCxnSpPr/>
            <p:nvPr/>
          </p:nvCxnSpPr>
          <p:spPr>
            <a:xfrm flipH="1">
              <a:off x="3321843" y="207064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ttore diritto 22">
              <a:extLst>
                <a:ext uri="{FF2B5EF4-FFF2-40B4-BE49-F238E27FC236}">
                  <a16:creationId xmlns:a16="http://schemas.microsoft.com/office/drawing/2014/main" id="{F581FDD6-F9E5-7DBD-8B35-7CF9C52EAD1D}"/>
                </a:ext>
              </a:extLst>
            </p:cNvPr>
            <p:cNvCxnSpPr/>
            <p:nvPr/>
          </p:nvCxnSpPr>
          <p:spPr>
            <a:xfrm flipH="1">
              <a:off x="3321843" y="2195346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ttore diritto 23">
              <a:extLst>
                <a:ext uri="{FF2B5EF4-FFF2-40B4-BE49-F238E27FC236}">
                  <a16:creationId xmlns:a16="http://schemas.microsoft.com/office/drawing/2014/main" id="{B863460C-3C76-9F7C-64A3-05932D1ABAC8}"/>
                </a:ext>
              </a:extLst>
            </p:cNvPr>
            <p:cNvCxnSpPr/>
            <p:nvPr/>
          </p:nvCxnSpPr>
          <p:spPr>
            <a:xfrm flipH="1">
              <a:off x="3321844" y="232822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ttore diritto 24">
              <a:extLst>
                <a:ext uri="{FF2B5EF4-FFF2-40B4-BE49-F238E27FC236}">
                  <a16:creationId xmlns:a16="http://schemas.microsoft.com/office/drawing/2014/main" id="{F1A0C6AA-F28E-2843-9E70-8A4216FB2043}"/>
                </a:ext>
              </a:extLst>
            </p:cNvPr>
            <p:cNvCxnSpPr/>
            <p:nvPr/>
          </p:nvCxnSpPr>
          <p:spPr>
            <a:xfrm flipH="1">
              <a:off x="3321844" y="24561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ttore diritto 25">
              <a:extLst>
                <a:ext uri="{FF2B5EF4-FFF2-40B4-BE49-F238E27FC236}">
                  <a16:creationId xmlns:a16="http://schemas.microsoft.com/office/drawing/2014/main" id="{6040E1D2-6B60-EAEB-E7A5-DDC1D8D5BF06}"/>
                </a:ext>
              </a:extLst>
            </p:cNvPr>
            <p:cNvCxnSpPr/>
            <p:nvPr/>
          </p:nvCxnSpPr>
          <p:spPr>
            <a:xfrm flipH="1">
              <a:off x="3321844" y="258087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ttore diritto 26">
              <a:extLst>
                <a:ext uri="{FF2B5EF4-FFF2-40B4-BE49-F238E27FC236}">
                  <a16:creationId xmlns:a16="http://schemas.microsoft.com/office/drawing/2014/main" id="{F68DD5BD-F5D3-BEBA-2061-C5EA9E7B5326}"/>
                </a:ext>
              </a:extLst>
            </p:cNvPr>
            <p:cNvCxnSpPr/>
            <p:nvPr/>
          </p:nvCxnSpPr>
          <p:spPr>
            <a:xfrm flipH="1">
              <a:off x="3321843" y="270882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ttore diritto 27">
              <a:extLst>
                <a:ext uri="{FF2B5EF4-FFF2-40B4-BE49-F238E27FC236}">
                  <a16:creationId xmlns:a16="http://schemas.microsoft.com/office/drawing/2014/main" id="{34011C85-AEB8-27E0-B4DC-955B7F1E42DD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ttore diritto 28">
              <a:extLst>
                <a:ext uri="{FF2B5EF4-FFF2-40B4-BE49-F238E27FC236}">
                  <a16:creationId xmlns:a16="http://schemas.microsoft.com/office/drawing/2014/main" id="{6826FAC7-0A15-65DA-3C6E-478FD7B1BCD7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ttore diritto 29">
              <a:extLst>
                <a:ext uri="{FF2B5EF4-FFF2-40B4-BE49-F238E27FC236}">
                  <a16:creationId xmlns:a16="http://schemas.microsoft.com/office/drawing/2014/main" id="{D19E14BE-1A41-B037-32D7-1984133B8E5A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ttore diritto 30">
              <a:extLst>
                <a:ext uri="{FF2B5EF4-FFF2-40B4-BE49-F238E27FC236}">
                  <a16:creationId xmlns:a16="http://schemas.microsoft.com/office/drawing/2014/main" id="{2EC0291B-6AD1-B17C-F572-1D626D297AB0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ttore diritto 31">
              <a:extLst>
                <a:ext uri="{FF2B5EF4-FFF2-40B4-BE49-F238E27FC236}">
                  <a16:creationId xmlns:a16="http://schemas.microsoft.com/office/drawing/2014/main" id="{A1BC8981-4462-92A9-ADB2-03C99ECA950B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ttore diritto 32">
              <a:extLst>
                <a:ext uri="{FF2B5EF4-FFF2-40B4-BE49-F238E27FC236}">
                  <a16:creationId xmlns:a16="http://schemas.microsoft.com/office/drawing/2014/main" id="{8B20772A-68C0-38DF-7E04-B2992CDC2EDF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ttore diritto 33">
              <a:extLst>
                <a:ext uri="{FF2B5EF4-FFF2-40B4-BE49-F238E27FC236}">
                  <a16:creationId xmlns:a16="http://schemas.microsoft.com/office/drawing/2014/main" id="{39714CA9-D290-5385-239B-18C131AC3F91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ttore diritto 34">
              <a:extLst>
                <a:ext uri="{FF2B5EF4-FFF2-40B4-BE49-F238E27FC236}">
                  <a16:creationId xmlns:a16="http://schemas.microsoft.com/office/drawing/2014/main" id="{704D5A3E-A73F-8AF8-CF65-D2CB4370B332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ttore diritto 35">
              <a:extLst>
                <a:ext uri="{FF2B5EF4-FFF2-40B4-BE49-F238E27FC236}">
                  <a16:creationId xmlns:a16="http://schemas.microsoft.com/office/drawing/2014/main" id="{78BA0B10-ABFE-D430-186A-1DC949A57AF7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ttore diritto 36">
              <a:extLst>
                <a:ext uri="{FF2B5EF4-FFF2-40B4-BE49-F238E27FC236}">
                  <a16:creationId xmlns:a16="http://schemas.microsoft.com/office/drawing/2014/main" id="{2D74C8A7-9385-CCAE-8DB7-897462E7C860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ttore diritto 37">
              <a:extLst>
                <a:ext uri="{FF2B5EF4-FFF2-40B4-BE49-F238E27FC236}">
                  <a16:creationId xmlns:a16="http://schemas.microsoft.com/office/drawing/2014/main" id="{4F4C0A33-798F-6D92-CD6A-C34AE7DB6B39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ttore diritto 38">
              <a:extLst>
                <a:ext uri="{FF2B5EF4-FFF2-40B4-BE49-F238E27FC236}">
                  <a16:creationId xmlns:a16="http://schemas.microsoft.com/office/drawing/2014/main" id="{FCA5953D-4A8D-E4E1-4EAC-7BFE68A0DD1A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ttore diritto 39">
              <a:extLst>
                <a:ext uri="{FF2B5EF4-FFF2-40B4-BE49-F238E27FC236}">
                  <a16:creationId xmlns:a16="http://schemas.microsoft.com/office/drawing/2014/main" id="{50192781-EDFD-4E78-D3F2-1BF1A27E5978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ttore diritto 40">
              <a:extLst>
                <a:ext uri="{FF2B5EF4-FFF2-40B4-BE49-F238E27FC236}">
                  <a16:creationId xmlns:a16="http://schemas.microsoft.com/office/drawing/2014/main" id="{44B1FC3F-A7C2-B92F-7567-F7B60AB38FA8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42" name="Gruppo 41">
            <a:extLst>
              <a:ext uri="{FF2B5EF4-FFF2-40B4-BE49-F238E27FC236}">
                <a16:creationId xmlns:a16="http://schemas.microsoft.com/office/drawing/2014/main" id="{692A9B41-54E3-A103-7531-DA21A0DCC1DE}"/>
              </a:ext>
            </a:extLst>
          </p:cNvPr>
          <p:cNvGrpSpPr/>
          <p:nvPr/>
        </p:nvGrpSpPr>
        <p:grpSpPr>
          <a:xfrm rot="16200000">
            <a:off x="4551606" y="4174526"/>
            <a:ext cx="283809" cy="1883008"/>
            <a:chOff x="3317131" y="2836771"/>
            <a:chExt cx="363328" cy="1883008"/>
          </a:xfrm>
        </p:grpSpPr>
        <p:cxnSp>
          <p:nvCxnSpPr>
            <p:cNvPr id="43" name="Connettore diritto 42">
              <a:extLst>
                <a:ext uri="{FF2B5EF4-FFF2-40B4-BE49-F238E27FC236}">
                  <a16:creationId xmlns:a16="http://schemas.microsoft.com/office/drawing/2014/main" id="{F37EED15-510F-27EE-EE29-FF1FA5DB71A2}"/>
                </a:ext>
              </a:extLst>
            </p:cNvPr>
            <p:cNvCxnSpPr/>
            <p:nvPr/>
          </p:nvCxnSpPr>
          <p:spPr>
            <a:xfrm flipH="1">
              <a:off x="3321843" y="2836771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ttore diritto 43">
              <a:extLst>
                <a:ext uri="{FF2B5EF4-FFF2-40B4-BE49-F238E27FC236}">
                  <a16:creationId xmlns:a16="http://schemas.microsoft.com/office/drawing/2014/main" id="{6FD8615E-7BC2-40AE-D83C-3E07BDBA3FA1}"/>
                </a:ext>
              </a:extLst>
            </p:cNvPr>
            <p:cNvCxnSpPr/>
            <p:nvPr/>
          </p:nvCxnSpPr>
          <p:spPr>
            <a:xfrm flipH="1">
              <a:off x="3321843" y="296147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ttore diritto 44">
              <a:extLst>
                <a:ext uri="{FF2B5EF4-FFF2-40B4-BE49-F238E27FC236}">
                  <a16:creationId xmlns:a16="http://schemas.microsoft.com/office/drawing/2014/main" id="{FF02CA41-0345-8936-8032-46FDC9E2E380}"/>
                </a:ext>
              </a:extLst>
            </p:cNvPr>
            <p:cNvCxnSpPr/>
            <p:nvPr/>
          </p:nvCxnSpPr>
          <p:spPr>
            <a:xfrm flipH="1">
              <a:off x="3317132" y="308942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Connettore diritto 45">
              <a:extLst>
                <a:ext uri="{FF2B5EF4-FFF2-40B4-BE49-F238E27FC236}">
                  <a16:creationId xmlns:a16="http://schemas.microsoft.com/office/drawing/2014/main" id="{F32E67D4-287A-ACFA-7DD5-0C5A0957FCC1}"/>
                </a:ext>
              </a:extLst>
            </p:cNvPr>
            <p:cNvCxnSpPr/>
            <p:nvPr/>
          </p:nvCxnSpPr>
          <p:spPr>
            <a:xfrm flipH="1">
              <a:off x="3317132" y="32173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7" name="Connettore diritto 46">
              <a:extLst>
                <a:ext uri="{FF2B5EF4-FFF2-40B4-BE49-F238E27FC236}">
                  <a16:creationId xmlns:a16="http://schemas.microsoft.com/office/drawing/2014/main" id="{522662AF-2FA6-7FE0-5291-83055E998457}"/>
                </a:ext>
              </a:extLst>
            </p:cNvPr>
            <p:cNvCxnSpPr/>
            <p:nvPr/>
          </p:nvCxnSpPr>
          <p:spPr>
            <a:xfrm flipH="1">
              <a:off x="3317132" y="3342073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8" name="Connettore diritto 47">
              <a:extLst>
                <a:ext uri="{FF2B5EF4-FFF2-40B4-BE49-F238E27FC236}">
                  <a16:creationId xmlns:a16="http://schemas.microsoft.com/office/drawing/2014/main" id="{96214374-A2EC-72A7-1896-57A11AA431C0}"/>
                </a:ext>
              </a:extLst>
            </p:cNvPr>
            <p:cNvCxnSpPr/>
            <p:nvPr/>
          </p:nvCxnSpPr>
          <p:spPr>
            <a:xfrm flipH="1">
              <a:off x="3317131" y="347001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9" name="Connettore diritto 48">
              <a:extLst>
                <a:ext uri="{FF2B5EF4-FFF2-40B4-BE49-F238E27FC236}">
                  <a16:creationId xmlns:a16="http://schemas.microsoft.com/office/drawing/2014/main" id="{8EC74F4D-C8B6-1517-356F-6086803A4ADE}"/>
                </a:ext>
              </a:extLst>
            </p:cNvPr>
            <p:cNvCxnSpPr/>
            <p:nvPr/>
          </p:nvCxnSpPr>
          <p:spPr>
            <a:xfrm flipH="1">
              <a:off x="3317131" y="3597965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0" name="Connettore diritto 49">
              <a:extLst>
                <a:ext uri="{FF2B5EF4-FFF2-40B4-BE49-F238E27FC236}">
                  <a16:creationId xmlns:a16="http://schemas.microsoft.com/office/drawing/2014/main" id="{BBF38CB9-6909-79A3-810C-EDAE309988D4}"/>
                </a:ext>
              </a:extLst>
            </p:cNvPr>
            <p:cNvCxnSpPr/>
            <p:nvPr/>
          </p:nvCxnSpPr>
          <p:spPr>
            <a:xfrm flipH="1">
              <a:off x="3317131" y="3722669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Connettore diritto 50">
              <a:extLst>
                <a:ext uri="{FF2B5EF4-FFF2-40B4-BE49-F238E27FC236}">
                  <a16:creationId xmlns:a16="http://schemas.microsoft.com/office/drawing/2014/main" id="{4EE1C5DD-300C-2B6D-2C8C-873F8C728ED9}"/>
                </a:ext>
              </a:extLst>
            </p:cNvPr>
            <p:cNvCxnSpPr/>
            <p:nvPr/>
          </p:nvCxnSpPr>
          <p:spPr>
            <a:xfrm flipH="1">
              <a:off x="3317132" y="385555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2" name="Connettore diritto 51">
              <a:extLst>
                <a:ext uri="{FF2B5EF4-FFF2-40B4-BE49-F238E27FC236}">
                  <a16:creationId xmlns:a16="http://schemas.microsoft.com/office/drawing/2014/main" id="{E94F8B39-3C8A-BC46-ABF3-6F1DB9D52D0A}"/>
                </a:ext>
              </a:extLst>
            </p:cNvPr>
            <p:cNvCxnSpPr/>
            <p:nvPr/>
          </p:nvCxnSpPr>
          <p:spPr>
            <a:xfrm flipH="1">
              <a:off x="3317132" y="39834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Connettore diritto 52">
              <a:extLst>
                <a:ext uri="{FF2B5EF4-FFF2-40B4-BE49-F238E27FC236}">
                  <a16:creationId xmlns:a16="http://schemas.microsoft.com/office/drawing/2014/main" id="{D9AB9F89-33D1-EA57-BDD7-17DE76ED6513}"/>
                </a:ext>
              </a:extLst>
            </p:cNvPr>
            <p:cNvCxnSpPr/>
            <p:nvPr/>
          </p:nvCxnSpPr>
          <p:spPr>
            <a:xfrm flipH="1">
              <a:off x="3317132" y="4108202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" name="Connettore diritto 53">
              <a:extLst>
                <a:ext uri="{FF2B5EF4-FFF2-40B4-BE49-F238E27FC236}">
                  <a16:creationId xmlns:a16="http://schemas.microsoft.com/office/drawing/2014/main" id="{82128074-D008-670B-A21C-1E2921FE27F7}"/>
                </a:ext>
              </a:extLst>
            </p:cNvPr>
            <p:cNvCxnSpPr/>
            <p:nvPr/>
          </p:nvCxnSpPr>
          <p:spPr>
            <a:xfrm flipH="1">
              <a:off x="3317131" y="423614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Connettore diritto 54">
              <a:extLst>
                <a:ext uri="{FF2B5EF4-FFF2-40B4-BE49-F238E27FC236}">
                  <a16:creationId xmlns:a16="http://schemas.microsoft.com/office/drawing/2014/main" id="{D6EEF3B3-98F1-E67A-BD98-E2BA081EF8C6}"/>
                </a:ext>
              </a:extLst>
            </p:cNvPr>
            <p:cNvCxnSpPr/>
            <p:nvPr/>
          </p:nvCxnSpPr>
          <p:spPr>
            <a:xfrm flipH="1">
              <a:off x="3317131" y="4364094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6" name="Connettore diritto 55">
              <a:extLst>
                <a:ext uri="{FF2B5EF4-FFF2-40B4-BE49-F238E27FC236}">
                  <a16:creationId xmlns:a16="http://schemas.microsoft.com/office/drawing/2014/main" id="{360A0E6C-2C95-612D-DB5B-08EE2C4D25F1}"/>
                </a:ext>
              </a:extLst>
            </p:cNvPr>
            <p:cNvCxnSpPr/>
            <p:nvPr/>
          </p:nvCxnSpPr>
          <p:spPr>
            <a:xfrm flipH="1">
              <a:off x="3317131" y="4488798"/>
              <a:ext cx="358616" cy="230981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57" name="Connettore 2 56">
            <a:extLst>
              <a:ext uri="{FF2B5EF4-FFF2-40B4-BE49-F238E27FC236}">
                <a16:creationId xmlns:a16="http://schemas.microsoft.com/office/drawing/2014/main" id="{07901654-CA59-DF3F-7954-5285C5C974BF}"/>
              </a:ext>
            </a:extLst>
          </p:cNvPr>
          <p:cNvCxnSpPr>
            <a:stCxn id="9" idx="3"/>
          </p:cNvCxnSpPr>
          <p:nvPr/>
        </p:nvCxnSpPr>
        <p:spPr>
          <a:xfrm>
            <a:off x="7101840" y="4044968"/>
            <a:ext cx="590727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8" name="Connettore 2 57">
            <a:extLst>
              <a:ext uri="{FF2B5EF4-FFF2-40B4-BE49-F238E27FC236}">
                <a16:creationId xmlns:a16="http://schemas.microsoft.com/office/drawing/2014/main" id="{AA2F3DDB-1285-6190-0559-E9428E4F746A}"/>
              </a:ext>
            </a:extLst>
          </p:cNvPr>
          <p:cNvCxnSpPr>
            <a:stCxn id="9" idx="1"/>
          </p:cNvCxnSpPr>
          <p:nvPr/>
        </p:nvCxnSpPr>
        <p:spPr>
          <a:xfrm flipH="1">
            <a:off x="4513201" y="4044968"/>
            <a:ext cx="576959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59" name="Connettore 2 58">
            <a:extLst>
              <a:ext uri="{FF2B5EF4-FFF2-40B4-BE49-F238E27FC236}">
                <a16:creationId xmlns:a16="http://schemas.microsoft.com/office/drawing/2014/main" id="{865F949D-77C7-BE4E-B648-896704A1B307}"/>
              </a:ext>
            </a:extLst>
          </p:cNvPr>
          <p:cNvCxnSpPr/>
          <p:nvPr/>
        </p:nvCxnSpPr>
        <p:spPr>
          <a:xfrm>
            <a:off x="6096000" y="3467100"/>
            <a:ext cx="852042" cy="0"/>
          </a:xfrm>
          <a:prstGeom prst="straightConnector1">
            <a:avLst/>
          </a:prstGeom>
          <a:ln w="28575">
            <a:solidFill>
              <a:schemeClr val="tx2">
                <a:lumMod val="50000"/>
                <a:lumOff val="5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7" name="CasellaDiTesto 66">
                <a:extLst>
                  <a:ext uri="{FF2B5EF4-FFF2-40B4-BE49-F238E27FC236}">
                    <a16:creationId xmlns:a16="http://schemas.microsoft.com/office/drawing/2014/main" id="{9FEA0567-3117-2049-F36A-66264D848863}"/>
                  </a:ext>
                </a:extLst>
              </p:cNvPr>
              <p:cNvSpPr txBox="1"/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7" name="CasellaDiTesto 66">
                <a:extLst>
                  <a:ext uri="{FF2B5EF4-FFF2-40B4-BE49-F238E27FC236}">
                    <a16:creationId xmlns:a16="http://schemas.microsoft.com/office/drawing/2014/main" id="{9FEA0567-3117-2049-F36A-66264D84886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6663" y="3259028"/>
                <a:ext cx="211700" cy="276999"/>
              </a:xfrm>
              <a:prstGeom prst="rect">
                <a:avLst/>
              </a:prstGeom>
              <a:blipFill>
                <a:blip r:embed="rId2"/>
                <a:stretch>
                  <a:fillRect l="-28571" r="-28571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8" name="CasellaDiTesto 67">
                <a:extLst>
                  <a:ext uri="{FF2B5EF4-FFF2-40B4-BE49-F238E27FC236}">
                    <a16:creationId xmlns:a16="http://schemas.microsoft.com/office/drawing/2014/main" id="{8A9D93F2-6374-8699-D5F4-194E2273199B}"/>
                  </a:ext>
                </a:extLst>
              </p:cNvPr>
              <p:cNvSpPr txBox="1"/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𝛽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8" name="CasellaDiTesto 67">
                <a:extLst>
                  <a:ext uri="{FF2B5EF4-FFF2-40B4-BE49-F238E27FC236}">
                    <a16:creationId xmlns:a16="http://schemas.microsoft.com/office/drawing/2014/main" id="{8A9D93F2-6374-8699-D5F4-194E2273199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41402" y="3679051"/>
                <a:ext cx="323357" cy="276999"/>
              </a:xfrm>
              <a:prstGeom prst="rect">
                <a:avLst/>
              </a:prstGeom>
              <a:blipFill>
                <a:blip r:embed="rId3"/>
                <a:stretch>
                  <a:fillRect l="-26415" t="-4444" r="-30189" b="-35556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9" name="CasellaDiTesto 68">
                <a:extLst>
                  <a:ext uri="{FF2B5EF4-FFF2-40B4-BE49-F238E27FC236}">
                    <a16:creationId xmlns:a16="http://schemas.microsoft.com/office/drawing/2014/main" id="{D68C1935-A866-2805-D97E-7E8503AE62F4}"/>
                  </a:ext>
                </a:extLst>
              </p:cNvPr>
              <p:cNvSpPr txBox="1"/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𝐹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9" name="CasellaDiTesto 68">
                <a:extLst>
                  <a:ext uri="{FF2B5EF4-FFF2-40B4-BE49-F238E27FC236}">
                    <a16:creationId xmlns:a16="http://schemas.microsoft.com/office/drawing/2014/main" id="{D68C1935-A866-2805-D97E-7E8503AE62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05759" y="3713045"/>
                <a:ext cx="211700" cy="276999"/>
              </a:xfrm>
              <a:prstGeom prst="rect">
                <a:avLst/>
              </a:prstGeom>
              <a:blipFill>
                <a:blip r:embed="rId4"/>
                <a:stretch>
                  <a:fillRect l="-26471" r="-20588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0" name="CasellaDiTesto 69">
                <a:extLst>
                  <a:ext uri="{FF2B5EF4-FFF2-40B4-BE49-F238E27FC236}">
                    <a16:creationId xmlns:a16="http://schemas.microsoft.com/office/drawing/2014/main" id="{701607B5-EA36-EE70-329E-AFD1F1215060}"/>
                  </a:ext>
                </a:extLst>
              </p:cNvPr>
              <p:cNvSpPr txBox="1"/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𝑀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70" name="CasellaDiTesto 69">
                <a:extLst>
                  <a:ext uri="{FF2B5EF4-FFF2-40B4-BE49-F238E27FC236}">
                    <a16:creationId xmlns:a16="http://schemas.microsoft.com/office/drawing/2014/main" id="{701607B5-EA36-EE70-329E-AFD1F121506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44331" y="3808156"/>
                <a:ext cx="211700" cy="369332"/>
              </a:xfrm>
              <a:prstGeom prst="rect">
                <a:avLst/>
              </a:prstGeom>
              <a:blipFill>
                <a:blip r:embed="rId5"/>
                <a:stretch>
                  <a:fillRect l="-48571" r="-74286" b="-5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2" name="CasellaDiTesto 71">
                <a:extLst>
                  <a:ext uri="{FF2B5EF4-FFF2-40B4-BE49-F238E27FC236}">
                    <a16:creationId xmlns:a16="http://schemas.microsoft.com/office/drawing/2014/main" id="{CD4121DB-60B2-1684-63B8-3A37C1040831}"/>
                  </a:ext>
                </a:extLst>
              </p:cNvPr>
              <p:cNvSpPr txBox="1"/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72" name="CasellaDiTesto 71">
                <a:extLst>
                  <a:ext uri="{FF2B5EF4-FFF2-40B4-BE49-F238E27FC236}">
                    <a16:creationId xmlns:a16="http://schemas.microsoft.com/office/drawing/2014/main" id="{CD4121DB-60B2-1684-63B8-3A37C10408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91445" y="4647157"/>
                <a:ext cx="211700" cy="369332"/>
              </a:xfrm>
              <a:prstGeom prst="rect">
                <a:avLst/>
              </a:prstGeom>
              <a:blipFill>
                <a:blip r:embed="rId6"/>
                <a:stretch>
                  <a:fillRect l="-29412" r="-23529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3" name="CasellaDiTesto 72">
                <a:extLst>
                  <a:ext uri="{FF2B5EF4-FFF2-40B4-BE49-F238E27FC236}">
                    <a16:creationId xmlns:a16="http://schemas.microsoft.com/office/drawing/2014/main" id="{BE4273C4-0A94-7D0A-C0A1-1C4A0829CB6E}"/>
                  </a:ext>
                </a:extLst>
              </p:cNvPr>
              <p:cNvSpPr txBox="1"/>
              <p:nvPr/>
            </p:nvSpPr>
            <p:spPr>
              <a:xfrm>
                <a:off x="3356263" y="2751574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73" name="CasellaDiTesto 72">
                <a:extLst>
                  <a:ext uri="{FF2B5EF4-FFF2-40B4-BE49-F238E27FC236}">
                    <a16:creationId xmlns:a16="http://schemas.microsoft.com/office/drawing/2014/main" id="{BE4273C4-0A94-7D0A-C0A1-1C4A0829CB6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356263" y="2751574"/>
                <a:ext cx="211700" cy="369332"/>
              </a:xfrm>
              <a:prstGeom prst="rect">
                <a:avLst/>
              </a:prstGeom>
              <a:blipFill>
                <a:blip r:embed="rId7"/>
                <a:stretch>
                  <a:fillRect l="-44118" r="-44118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78" name="Connettore diritto 77">
            <a:extLst>
              <a:ext uri="{FF2B5EF4-FFF2-40B4-BE49-F238E27FC236}">
                <a16:creationId xmlns:a16="http://schemas.microsoft.com/office/drawing/2014/main" id="{32EAF73A-81D0-8DF5-652D-D317C43EEC36}"/>
              </a:ext>
            </a:extLst>
          </p:cNvPr>
          <p:cNvCxnSpPr>
            <a:cxnSpLocks/>
          </p:cNvCxnSpPr>
          <p:nvPr/>
        </p:nvCxnSpPr>
        <p:spPr>
          <a:xfrm flipV="1">
            <a:off x="6096000" y="2933700"/>
            <a:ext cx="0" cy="593380"/>
          </a:xfrm>
          <a:prstGeom prst="line">
            <a:avLst/>
          </a:prstGeom>
          <a:ln w="28575"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82" name="Connettore 2 81">
            <a:extLst>
              <a:ext uri="{FF2B5EF4-FFF2-40B4-BE49-F238E27FC236}">
                <a16:creationId xmlns:a16="http://schemas.microsoft.com/office/drawing/2014/main" id="{1308C114-567B-05DE-AFAE-EFAD4B625C1D}"/>
              </a:ext>
            </a:extLst>
          </p:cNvPr>
          <p:cNvCxnSpPr>
            <a:cxnSpLocks/>
          </p:cNvCxnSpPr>
          <p:nvPr/>
        </p:nvCxnSpPr>
        <p:spPr>
          <a:xfrm>
            <a:off x="3752006" y="3206750"/>
            <a:ext cx="2310657" cy="0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4" name="CasellaDiTesto 83">
                <a:extLst>
                  <a:ext uri="{FF2B5EF4-FFF2-40B4-BE49-F238E27FC236}">
                    <a16:creationId xmlns:a16="http://schemas.microsoft.com/office/drawing/2014/main" id="{17A81F10-8BA2-6338-1454-0572BC839402}"/>
                  </a:ext>
                </a:extLst>
              </p:cNvPr>
              <p:cNvSpPr txBox="1"/>
              <p:nvPr/>
            </p:nvSpPr>
            <p:spPr>
              <a:xfrm>
                <a:off x="4756442" y="2831611"/>
                <a:ext cx="211700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4" name="CasellaDiTesto 83">
                <a:extLst>
                  <a:ext uri="{FF2B5EF4-FFF2-40B4-BE49-F238E27FC236}">
                    <a16:creationId xmlns:a16="http://schemas.microsoft.com/office/drawing/2014/main" id="{17A81F10-8BA2-6338-1454-0572BC83940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56442" y="2831611"/>
                <a:ext cx="211700" cy="307777"/>
              </a:xfrm>
              <a:prstGeom prst="rect">
                <a:avLst/>
              </a:prstGeom>
              <a:blipFill>
                <a:blip r:embed="rId8"/>
                <a:stretch>
                  <a:fillRect l="-28571" t="-4000" r="-171429"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1877932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Arco 3">
            <a:extLst>
              <a:ext uri="{FF2B5EF4-FFF2-40B4-BE49-F238E27FC236}">
                <a16:creationId xmlns:a16="http://schemas.microsoft.com/office/drawing/2014/main" id="{1A81E47B-5F18-DFF3-27D8-E19A869F56F1}"/>
              </a:ext>
            </a:extLst>
          </p:cNvPr>
          <p:cNvSpPr/>
          <p:nvPr/>
        </p:nvSpPr>
        <p:spPr>
          <a:xfrm>
            <a:off x="4184122" y="1542070"/>
            <a:ext cx="3823756" cy="3970020"/>
          </a:xfrm>
          <a:prstGeom prst="arc">
            <a:avLst>
              <a:gd name="adj1" fmla="val 14824762"/>
              <a:gd name="adj2" fmla="val 16205952"/>
            </a:avLst>
          </a:prstGeom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5" name="Connettore diritto 4">
            <a:extLst>
              <a:ext uri="{FF2B5EF4-FFF2-40B4-BE49-F238E27FC236}">
                <a16:creationId xmlns:a16="http://schemas.microsoft.com/office/drawing/2014/main" id="{6C4523E9-EBF6-B223-0412-E194B6EE5C11}"/>
              </a:ext>
            </a:extLst>
          </p:cNvPr>
          <p:cNvCxnSpPr>
            <a:cxnSpLocks/>
          </p:cNvCxnSpPr>
          <p:nvPr/>
        </p:nvCxnSpPr>
        <p:spPr>
          <a:xfrm flipH="1" flipV="1">
            <a:off x="5273040" y="1592580"/>
            <a:ext cx="822960" cy="193450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6" name="Connettore diritto 5">
            <a:extLst>
              <a:ext uri="{FF2B5EF4-FFF2-40B4-BE49-F238E27FC236}">
                <a16:creationId xmlns:a16="http://schemas.microsoft.com/office/drawing/2014/main" id="{5422FB31-C438-013A-5E42-FC89936B6ECD}"/>
              </a:ext>
            </a:extLst>
          </p:cNvPr>
          <p:cNvCxnSpPr>
            <a:cxnSpLocks/>
          </p:cNvCxnSpPr>
          <p:nvPr/>
        </p:nvCxnSpPr>
        <p:spPr>
          <a:xfrm flipV="1">
            <a:off x="6096000" y="1371600"/>
            <a:ext cx="0" cy="2154902"/>
          </a:xfrm>
          <a:prstGeom prst="line">
            <a:avLst/>
          </a:prstGeom>
          <a:ln>
            <a:solidFill>
              <a:schemeClr val="tx1"/>
            </a:solidFill>
            <a:prstDash val="sysDash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0" name="Triangolo isoscele 9">
            <a:extLst>
              <a:ext uri="{FF2B5EF4-FFF2-40B4-BE49-F238E27FC236}">
                <a16:creationId xmlns:a16="http://schemas.microsoft.com/office/drawing/2014/main" id="{3FD3B53F-5574-36AE-EF56-2E8393F62CE7}"/>
              </a:ext>
            </a:extLst>
          </p:cNvPr>
          <p:cNvSpPr/>
          <p:nvPr/>
        </p:nvSpPr>
        <p:spPr>
          <a:xfrm rot="15111459">
            <a:off x="5334000" y="1645993"/>
            <a:ext cx="80963" cy="88106"/>
          </a:xfrm>
          <a:prstGeom prst="triangl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11" name="Rettangolo 10">
            <a:extLst>
              <a:ext uri="{FF2B5EF4-FFF2-40B4-BE49-F238E27FC236}">
                <a16:creationId xmlns:a16="http://schemas.microsoft.com/office/drawing/2014/main" id="{D5FB3DBD-6C4A-2722-CD21-9E9AF3106509}"/>
              </a:ext>
            </a:extLst>
          </p:cNvPr>
          <p:cNvSpPr/>
          <p:nvPr/>
        </p:nvSpPr>
        <p:spPr>
          <a:xfrm rot="20225249">
            <a:off x="5880880" y="2353715"/>
            <a:ext cx="1077036" cy="1003840"/>
          </a:xfrm>
          <a:prstGeom prst="rect">
            <a:avLst/>
          </a:prstGeom>
          <a:noFill/>
          <a:ln w="12700">
            <a:solidFill>
              <a:schemeClr val="tx1"/>
            </a:solidFill>
            <a:prstDash val="lg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12" name="Connettore 2 11">
            <a:extLst>
              <a:ext uri="{FF2B5EF4-FFF2-40B4-BE49-F238E27FC236}">
                <a16:creationId xmlns:a16="http://schemas.microsoft.com/office/drawing/2014/main" id="{8AAE8D6B-E3F8-4759-B331-A34943F7A530}"/>
              </a:ext>
            </a:extLst>
          </p:cNvPr>
          <p:cNvCxnSpPr>
            <a:cxnSpLocks/>
          </p:cNvCxnSpPr>
          <p:nvPr/>
        </p:nvCxnSpPr>
        <p:spPr>
          <a:xfrm>
            <a:off x="6711951" y="2164556"/>
            <a:ext cx="398887" cy="943769"/>
          </a:xfrm>
          <a:prstGeom prst="straightConnector1">
            <a:avLst/>
          </a:prstGeom>
          <a:ln>
            <a:solidFill>
              <a:schemeClr val="tx1"/>
            </a:solidFill>
            <a:headEnd type="triangle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13" name="Connettore 2 12">
            <a:extLst>
              <a:ext uri="{FF2B5EF4-FFF2-40B4-BE49-F238E27FC236}">
                <a16:creationId xmlns:a16="http://schemas.microsoft.com/office/drawing/2014/main" id="{E525EDAA-086C-0960-942E-CA16AD615A21}"/>
              </a:ext>
            </a:extLst>
          </p:cNvPr>
          <p:cNvCxnSpPr>
            <a:cxnSpLocks/>
          </p:cNvCxnSpPr>
          <p:nvPr/>
        </p:nvCxnSpPr>
        <p:spPr>
          <a:xfrm>
            <a:off x="5699512" y="2604308"/>
            <a:ext cx="0" cy="669911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sp>
        <p:nvSpPr>
          <p:cNvPr id="14" name="Ovale 13">
            <a:extLst>
              <a:ext uri="{FF2B5EF4-FFF2-40B4-BE49-F238E27FC236}">
                <a16:creationId xmlns:a16="http://schemas.microsoft.com/office/drawing/2014/main" id="{8BEE6BE8-6924-16E5-1CAB-9036B595CDA2}"/>
              </a:ext>
            </a:extLst>
          </p:cNvPr>
          <p:cNvSpPr/>
          <p:nvPr/>
        </p:nvSpPr>
        <p:spPr>
          <a:xfrm>
            <a:off x="5647785" y="2559830"/>
            <a:ext cx="103454" cy="103454"/>
          </a:xfrm>
          <a:prstGeom prst="ellipse">
            <a:avLst/>
          </a:prstGeom>
          <a:ln w="28575"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cxnSp>
        <p:nvCxnSpPr>
          <p:cNvPr id="60" name="Connettore 2 59">
            <a:extLst>
              <a:ext uri="{FF2B5EF4-FFF2-40B4-BE49-F238E27FC236}">
                <a16:creationId xmlns:a16="http://schemas.microsoft.com/office/drawing/2014/main" id="{22308E00-A017-75EB-A559-5AD98E2BEDFA}"/>
              </a:ext>
            </a:extLst>
          </p:cNvPr>
          <p:cNvCxnSpPr>
            <a:cxnSpLocks/>
          </p:cNvCxnSpPr>
          <p:nvPr/>
        </p:nvCxnSpPr>
        <p:spPr>
          <a:xfrm flipH="1">
            <a:off x="5273659" y="3526502"/>
            <a:ext cx="802781" cy="0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ttore 2 60">
            <a:extLst>
              <a:ext uri="{FF2B5EF4-FFF2-40B4-BE49-F238E27FC236}">
                <a16:creationId xmlns:a16="http://schemas.microsoft.com/office/drawing/2014/main" id="{1BEDDFB1-DE8C-871E-B080-179DF30721C4}"/>
              </a:ext>
            </a:extLst>
          </p:cNvPr>
          <p:cNvCxnSpPr>
            <a:cxnSpLocks/>
          </p:cNvCxnSpPr>
          <p:nvPr/>
        </p:nvCxnSpPr>
        <p:spPr>
          <a:xfrm flipV="1">
            <a:off x="6096000" y="2855057"/>
            <a:ext cx="0" cy="671445"/>
          </a:xfrm>
          <a:prstGeom prst="straightConnector1">
            <a:avLst/>
          </a:prstGeom>
          <a:ln w="28575">
            <a:solidFill>
              <a:srgbClr val="FF0000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8563417C-124C-486E-71E3-1474BC9D296F}"/>
                  </a:ext>
                </a:extLst>
              </p:cNvPr>
              <p:cNvSpPr txBox="1"/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𝑚𝑔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2" name="CasellaDiTesto 61">
                <a:extLst>
                  <a:ext uri="{FF2B5EF4-FFF2-40B4-BE49-F238E27FC236}">
                    <a16:creationId xmlns:a16="http://schemas.microsoft.com/office/drawing/2014/main" id="{8563417C-124C-486E-71E3-1474BC9D296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73936" y="2831326"/>
                <a:ext cx="385490" cy="276999"/>
              </a:xfrm>
              <a:prstGeom prst="rect">
                <a:avLst/>
              </a:prstGeom>
              <a:blipFill>
                <a:blip r:embed="rId2"/>
                <a:stretch>
                  <a:fillRect l="-15873" r="-15873" b="-23913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3" name="CasellaDiTesto 62">
                <a:extLst>
                  <a:ext uri="{FF2B5EF4-FFF2-40B4-BE49-F238E27FC236}">
                    <a16:creationId xmlns:a16="http://schemas.microsoft.com/office/drawing/2014/main" id="{F3ED5174-2310-8888-957B-9D8F7A7BAD40}"/>
                  </a:ext>
                </a:extLst>
              </p:cNvPr>
              <p:cNvSpPr txBox="1"/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𝐿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3" name="CasellaDiTesto 62">
                <a:extLst>
                  <a:ext uri="{FF2B5EF4-FFF2-40B4-BE49-F238E27FC236}">
                    <a16:creationId xmlns:a16="http://schemas.microsoft.com/office/drawing/2014/main" id="{F3ED5174-2310-8888-957B-9D8F7A7BAD4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 rot="4061236">
                <a:off x="6964606" y="2421330"/>
                <a:ext cx="174663" cy="276999"/>
              </a:xfrm>
              <a:prstGeom prst="rect">
                <a:avLst/>
              </a:prstGeom>
              <a:blipFill>
                <a:blip r:embed="rId3"/>
                <a:stretch>
                  <a:fillRect l="-11111" t="-18182" r="-1852" b="-20455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4" name="CasellaDiTesto 63">
                <a:extLst>
                  <a:ext uri="{FF2B5EF4-FFF2-40B4-BE49-F238E27FC236}">
                    <a16:creationId xmlns:a16="http://schemas.microsoft.com/office/drawing/2014/main" id="{EEFB3D71-DB83-73F4-A94E-602FC16B67B2}"/>
                  </a:ext>
                </a:extLst>
              </p:cNvPr>
              <p:cNvSpPr txBox="1"/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𝑚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4" name="CasellaDiTesto 63">
                <a:extLst>
                  <a:ext uri="{FF2B5EF4-FFF2-40B4-BE49-F238E27FC236}">
                    <a16:creationId xmlns:a16="http://schemas.microsoft.com/office/drawing/2014/main" id="{EEFB3D71-DB83-73F4-A94E-602FC16B67B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684520" y="2230868"/>
                <a:ext cx="244426" cy="276999"/>
              </a:xfrm>
              <a:prstGeom prst="rect">
                <a:avLst/>
              </a:prstGeom>
              <a:blipFill>
                <a:blip r:embed="rId4"/>
                <a:stretch>
                  <a:fillRect l="-15000" r="-125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BAB6A18E-CEC6-B138-0E87-96D1B6C9A031}"/>
                  </a:ext>
                </a:extLst>
              </p:cNvPr>
              <p:cNvSpPr txBox="1"/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5" name="CasellaDiTesto 64">
                <a:extLst>
                  <a:ext uri="{FF2B5EF4-FFF2-40B4-BE49-F238E27FC236}">
                    <a16:creationId xmlns:a16="http://schemas.microsoft.com/office/drawing/2014/main" id="{BAB6A18E-CEC6-B138-0E87-96D1B6C9A03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72488" y="2831325"/>
                <a:ext cx="198067" cy="276999"/>
              </a:xfrm>
              <a:prstGeom prst="rect">
                <a:avLst/>
              </a:prstGeom>
              <a:blipFill>
                <a:blip r:embed="rId5"/>
                <a:stretch>
                  <a:fillRect l="-31250" r="-28125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83A0561A-443B-06A4-2004-5AE2EF859242}"/>
                  </a:ext>
                </a:extLst>
              </p:cNvPr>
              <p:cNvSpPr txBox="1"/>
              <p:nvPr/>
            </p:nvSpPr>
            <p:spPr>
              <a:xfrm>
                <a:off x="5021254" y="3323453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𝐻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66" name="CasellaDiTesto 65">
                <a:extLst>
                  <a:ext uri="{FF2B5EF4-FFF2-40B4-BE49-F238E27FC236}">
                    <a16:creationId xmlns:a16="http://schemas.microsoft.com/office/drawing/2014/main" id="{83A0561A-443B-06A4-2004-5AE2EF85924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21254" y="3323453"/>
                <a:ext cx="211700" cy="276999"/>
              </a:xfrm>
              <a:prstGeom prst="rect">
                <a:avLst/>
              </a:prstGeom>
              <a:blipFill>
                <a:blip r:embed="rId6"/>
                <a:stretch>
                  <a:fillRect l="-32353" r="-29412" b="-6522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1" name="CasellaDiTesto 70">
                <a:extLst>
                  <a:ext uri="{FF2B5EF4-FFF2-40B4-BE49-F238E27FC236}">
                    <a16:creationId xmlns:a16="http://schemas.microsoft.com/office/drawing/2014/main" id="{E482C36C-060F-B2A1-9C72-BAD57FCA4E54}"/>
                  </a:ext>
                </a:extLst>
              </p:cNvPr>
              <p:cNvSpPr txBox="1"/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𝜃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71" name="CasellaDiTesto 70">
                <a:extLst>
                  <a:ext uri="{FF2B5EF4-FFF2-40B4-BE49-F238E27FC236}">
                    <a16:creationId xmlns:a16="http://schemas.microsoft.com/office/drawing/2014/main" id="{E482C36C-060F-B2A1-9C72-BAD57FCA4E5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724247" y="1265070"/>
                <a:ext cx="211700" cy="276999"/>
              </a:xfrm>
              <a:prstGeom prst="rect">
                <a:avLst/>
              </a:prstGeom>
              <a:blipFill>
                <a:blip r:embed="rId7"/>
                <a:stretch>
                  <a:fillRect l="-20000" r="-17143" b="-6667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74" name="Arco 73">
            <a:extLst>
              <a:ext uri="{FF2B5EF4-FFF2-40B4-BE49-F238E27FC236}">
                <a16:creationId xmlns:a16="http://schemas.microsoft.com/office/drawing/2014/main" id="{8C94D7EA-AB7D-DBB3-9BD1-794F5C7DC85C}"/>
              </a:ext>
            </a:extLst>
          </p:cNvPr>
          <p:cNvSpPr/>
          <p:nvPr/>
        </p:nvSpPr>
        <p:spPr>
          <a:xfrm>
            <a:off x="4393453" y="1787512"/>
            <a:ext cx="3405094" cy="3535344"/>
          </a:xfrm>
          <a:prstGeom prst="arc">
            <a:avLst>
              <a:gd name="adj1" fmla="val 14824762"/>
              <a:gd name="adj2" fmla="val 15541667"/>
            </a:avLst>
          </a:prstGeom>
          <a:ln w="28575">
            <a:solidFill>
              <a:srgbClr val="FF0000"/>
            </a:solidFill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p:sp>
        <p:nvSpPr>
          <p:cNvPr id="75" name="Triangolo isoscele 74">
            <a:extLst>
              <a:ext uri="{FF2B5EF4-FFF2-40B4-BE49-F238E27FC236}">
                <a16:creationId xmlns:a16="http://schemas.microsoft.com/office/drawing/2014/main" id="{4B825459-09FA-7833-85F5-9A88628FA53B}"/>
              </a:ext>
            </a:extLst>
          </p:cNvPr>
          <p:cNvSpPr/>
          <p:nvPr/>
        </p:nvSpPr>
        <p:spPr>
          <a:xfrm rot="4756538">
            <a:off x="5752871" y="1776833"/>
            <a:ext cx="80963" cy="88106"/>
          </a:xfrm>
          <a:prstGeom prst="triangle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it-IT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6" name="CasellaDiTesto 75">
                <a:extLst>
                  <a:ext uri="{FF2B5EF4-FFF2-40B4-BE49-F238E27FC236}">
                    <a16:creationId xmlns:a16="http://schemas.microsoft.com/office/drawing/2014/main" id="{8F973027-E100-493A-6FB1-E5440BAF8FC5}"/>
                  </a:ext>
                </a:extLst>
              </p:cNvPr>
              <p:cNvSpPr txBox="1"/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b="0" i="1" smtClean="0">
                          <a:latin typeface="Cambria Math" panose="02040503050406030204" pitchFamily="18" charset="0"/>
                        </a:rPr>
                        <m:t>𝛼</m:t>
                      </m:r>
                      <m:acc>
                        <m:accPr>
                          <m:chr m:val="̇"/>
                          <m:ctrlPr>
                            <a:rPr lang="it-IT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it-IT" b="0" i="1" smtClean="0">
                              <a:latin typeface="Cambria Math" panose="02040503050406030204" pitchFamily="18" charset="0"/>
                            </a:rPr>
                            <m:t>𝜃</m:t>
                          </m:r>
                        </m:e>
                      </m:acc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76" name="CasellaDiTesto 75">
                <a:extLst>
                  <a:ext uri="{FF2B5EF4-FFF2-40B4-BE49-F238E27FC236}">
                    <a16:creationId xmlns:a16="http://schemas.microsoft.com/office/drawing/2014/main" id="{8F973027-E100-493A-6FB1-E5440BAF8FC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054456" y="1935114"/>
                <a:ext cx="327910" cy="289823"/>
              </a:xfrm>
              <a:prstGeom prst="rect">
                <a:avLst/>
              </a:prstGeom>
              <a:blipFill>
                <a:blip r:embed="rId8"/>
                <a:stretch>
                  <a:fillRect l="-11111" t="-12500" r="-31481" b="-625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7" name="Connettore 2 86">
            <a:extLst>
              <a:ext uri="{FF2B5EF4-FFF2-40B4-BE49-F238E27FC236}">
                <a16:creationId xmlns:a16="http://schemas.microsoft.com/office/drawing/2014/main" id="{2096F02A-79E4-2E42-BCD7-5FD721E66F1F}"/>
              </a:ext>
            </a:extLst>
          </p:cNvPr>
          <p:cNvCxnSpPr>
            <a:cxnSpLocks/>
          </p:cNvCxnSpPr>
          <p:nvPr/>
        </p:nvCxnSpPr>
        <p:spPr>
          <a:xfrm>
            <a:off x="4667250" y="4024873"/>
            <a:ext cx="1428240" cy="0"/>
          </a:xfrm>
          <a:prstGeom prst="straightConnector1">
            <a:avLst/>
          </a:prstGeom>
          <a:ln w="19050">
            <a:prstDash val="solid"/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88" name="CasellaDiTesto 87">
                <a:extLst>
                  <a:ext uri="{FF2B5EF4-FFF2-40B4-BE49-F238E27FC236}">
                    <a16:creationId xmlns:a16="http://schemas.microsoft.com/office/drawing/2014/main" id="{ABFBF701-5D94-36A4-AB23-6E5F09975D3A}"/>
                  </a:ext>
                </a:extLst>
              </p:cNvPr>
              <p:cNvSpPr txBox="1"/>
              <p:nvPr/>
            </p:nvSpPr>
            <p:spPr>
              <a:xfrm>
                <a:off x="5145530" y="4052952"/>
                <a:ext cx="457902" cy="307777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(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𝑡</m:t>
                      </m:r>
                      <m:r>
                        <a:rPr lang="it-IT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it-IT" dirty="0"/>
              </a:p>
            </p:txBody>
          </p:sp>
        </mc:Choice>
        <mc:Fallback xmlns="">
          <p:sp>
            <p:nvSpPr>
              <p:cNvPr id="88" name="CasellaDiTesto 87">
                <a:extLst>
                  <a:ext uri="{FF2B5EF4-FFF2-40B4-BE49-F238E27FC236}">
                    <a16:creationId xmlns:a16="http://schemas.microsoft.com/office/drawing/2014/main" id="{ABFBF701-5D94-36A4-AB23-6E5F09975D3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145530" y="4052952"/>
                <a:ext cx="457902" cy="307777"/>
              </a:xfrm>
              <a:prstGeom prst="rect">
                <a:avLst/>
              </a:prstGeom>
              <a:blipFill>
                <a:blip r:embed="rId9"/>
                <a:stretch>
                  <a:fillRect l="-13333" t="-2000" r="-26667" b="-36000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9" name="Connettore 2 88">
            <a:extLst>
              <a:ext uri="{FF2B5EF4-FFF2-40B4-BE49-F238E27FC236}">
                <a16:creationId xmlns:a16="http://schemas.microsoft.com/office/drawing/2014/main" id="{3194BBC6-9E33-D8A7-1782-CDB6BC2A3446}"/>
              </a:ext>
            </a:extLst>
          </p:cNvPr>
          <p:cNvCxnSpPr>
            <a:cxnSpLocks/>
          </p:cNvCxnSpPr>
          <p:nvPr/>
        </p:nvCxnSpPr>
        <p:spPr>
          <a:xfrm flipV="1">
            <a:off x="4671312" y="3675707"/>
            <a:ext cx="0" cy="349166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90" name="CasellaDiTesto 89">
                <a:extLst>
                  <a:ext uri="{FF2B5EF4-FFF2-40B4-BE49-F238E27FC236}">
                    <a16:creationId xmlns:a16="http://schemas.microsoft.com/office/drawing/2014/main" id="{FE7127FD-AE88-C52F-A4F3-7149545A3343}"/>
                  </a:ext>
                </a:extLst>
              </p:cNvPr>
              <p:cNvSpPr txBox="1"/>
              <p:nvPr/>
            </p:nvSpPr>
            <p:spPr>
              <a:xfrm>
                <a:off x="4445390" y="3390837"/>
                <a:ext cx="211700" cy="369332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it-IT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it-IT" sz="2400" dirty="0"/>
              </a:p>
            </p:txBody>
          </p:sp>
        </mc:Choice>
        <mc:Fallback xmlns="">
          <p:sp>
            <p:nvSpPr>
              <p:cNvPr id="90" name="CasellaDiTesto 89">
                <a:extLst>
                  <a:ext uri="{FF2B5EF4-FFF2-40B4-BE49-F238E27FC236}">
                    <a16:creationId xmlns:a16="http://schemas.microsoft.com/office/drawing/2014/main" id="{FE7127FD-AE88-C52F-A4F3-7149545A33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445390" y="3390837"/>
                <a:ext cx="211700" cy="369332"/>
              </a:xfrm>
              <a:prstGeom prst="rect">
                <a:avLst/>
              </a:prstGeom>
              <a:blipFill>
                <a:blip r:embed="rId10"/>
                <a:stretch>
                  <a:fillRect l="-42857" r="-40000" b="-22951"/>
                </a:stretch>
              </a:blipFill>
            </p:spPr>
            <p:txBody>
              <a:bodyPr/>
              <a:lstStyle/>
              <a:p>
                <a:r>
                  <a:rPr lang="it-IT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7062170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936</TotalTime>
  <Words>69</Words>
  <Application>Microsoft Office PowerPoint</Application>
  <PresentationFormat>Widescreen</PresentationFormat>
  <Paragraphs>45</Paragraphs>
  <Slides>4</Slides>
  <Notes>0</Notes>
  <HiddenSlides>0</HiddenSlides>
  <MMClips>0</MMClips>
  <ScaleCrop>false</ScaleCrop>
  <HeadingPairs>
    <vt:vector size="6" baseType="variant">
      <vt:variant>
        <vt:lpstr>Caratteri utilizzati</vt:lpstr>
      </vt:variant>
      <vt:variant>
        <vt:i4>4</vt:i4>
      </vt:variant>
      <vt:variant>
        <vt:lpstr>Tema</vt:lpstr>
      </vt:variant>
      <vt:variant>
        <vt:i4>1</vt:i4>
      </vt:variant>
      <vt:variant>
        <vt:lpstr>Titoli diapositive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Cambria Math</vt:lpstr>
      <vt:lpstr>Tema di Office</vt:lpstr>
      <vt:lpstr>Presentazione standard di PowerPoint</vt:lpstr>
      <vt:lpstr>Presentazione standard di PowerPoint</vt:lpstr>
      <vt:lpstr>Presentazione standard di PowerPoint</vt:lpstr>
      <vt:lpstr>Presentazione standard di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Americo Cherubini</dc:creator>
  <cp:lastModifiedBy>Americo Cherubini</cp:lastModifiedBy>
  <cp:revision>8</cp:revision>
  <dcterms:created xsi:type="dcterms:W3CDTF">2025-07-14T08:41:44Z</dcterms:created>
  <dcterms:modified xsi:type="dcterms:W3CDTF">2025-07-18T21:54:22Z</dcterms:modified>
</cp:coreProperties>
</file>