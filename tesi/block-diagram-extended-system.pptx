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6126" autoAdjust="0"/>
  </p:normalViewPr>
  <p:slideViewPr>
    <p:cSldViewPr snapToGrid="0">
      <p:cViewPr>
        <p:scale>
          <a:sx n="150" d="100"/>
          <a:sy n="150" d="100"/>
        </p:scale>
        <p:origin x="-996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E9184E-DA96-CA25-74A8-5A5CC5E9F3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F9321B6-2BDA-649F-AD91-1DB78EFD9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7B3F48-8DD5-C091-358D-3CE7E8798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C809BDD-DD8D-B578-C69B-28F29F0B7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2810EE2-400E-7831-6DD3-75BD6437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84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F829FA-A03E-03ED-1213-2F52596E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EC804-B3CA-FE5E-4C7E-3EE5B2315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533C16-D9A9-331E-D830-01118E11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EBC549-114C-06E0-ADCB-F2C11ADE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B5AA7DD-3E42-7B56-286B-5F84CB596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98007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6BCCCB-5C44-C269-F1CE-9F1278DAD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AEB9C78-9BE2-18EF-1BFF-F50D14012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F8DA978-1B75-2219-DEE4-BC4437603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C3801-74AD-7C9D-32C5-F4CB456B0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69C78B-AC1C-EECE-FC9A-500941AD9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92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2908A1-62B3-0D38-B734-70B44D9F8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251260-A117-AEB9-11FC-EA8BFD655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6940FC3-C0ED-CF9B-B8F4-84BC37FBA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A4297B-11C3-75F7-B8C8-5B86C3647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D2CE62F-8A7F-FCEB-2B81-257C9EE73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739FCB8-0673-07A0-C2C5-1D81ADD8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159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253C39-7F1D-A076-8F01-7FBDD866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89C1A10-CB5D-1FB4-99D3-B2E40DFD9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EE4A32-53ED-2857-1265-8CC4C8C68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4DF8B45-9FF1-A13C-6669-95F2DB1C1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600EAB0-5851-DF0A-E4C6-AA319E8E17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7ECECBE-392E-C862-2F6E-714286927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71775D0-144B-8C6E-AA19-5C02FD7F0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73DAE57-B422-D3EA-76D5-A28426B8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7953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B9E178-C92A-85D6-0104-388FD306A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F0C0FF7-31DF-F06D-D908-B80AEED4A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A0B1CE9-E7D5-CB13-1144-5B625F5B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2F6693F-C918-245B-A7D2-70D651601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9948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9D8E576-C9A7-504F-3723-804074D6F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B721653-60C9-9BE4-991F-D17AE1A26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E69BD29-07BA-2526-5570-2338EC2C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723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0DA10-E58F-B844-2CFB-812F11B6D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EFBBAB-AC38-1CC7-363E-D7DC72D75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B50FB62-19B9-A5DE-4672-8F233DA336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82A288F-8122-A5B2-D3A9-8D7DDC24E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5346C0-AAB1-4E18-B5EE-77F87B4F6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B057773-2DE1-485E-600D-D1AF996B7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061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BA034E-EE64-E6EB-4805-5588195BB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AF19477-40A7-8F0B-AC4F-D5E5427B00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FAEF125-191D-1FD0-6394-267A587132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984291D-7B82-9211-4E34-DEBF66A0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677391-C67F-D81E-DCD5-EC3228EB2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B3750E7-8317-C7F6-AC26-A9DA8844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3049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4EAEFD-5DB7-C663-99D2-AB4CA546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121068A-7A85-1937-E3F2-38C799C1C3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EBAB181-8413-6F35-8B48-EA7C0C656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4A0A01-A6A5-6E12-E8FA-8873B1A44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9F45A4-8B34-2BD4-E185-F1B29510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4488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4717512-4BE8-D8C1-371D-B10A36EFD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E57AF50-1BD6-A363-8528-B51C88BBCF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09913F-A5EC-2FED-9ADC-73569C4B1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7D09E0F-07FD-A55C-C77C-5787AEC9A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18F0B70-224C-29EB-E99D-A91A9496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3641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73C6AB-079F-AEB5-0538-9C0F85268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83EAC91-DCF5-8376-04E0-10409E0E9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1EE7A-822D-4D34-5664-1FFD58CB9E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B3C85B-8319-4F35-817E-FF9CBA4827F6}" type="datetimeFigureOut">
              <a:rPr lang="it-IT" smtClean="0"/>
              <a:t>15/07/2025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5A7E2BC-CAEA-6EB1-6F9F-079BAA502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C85955-FDDC-8F0B-570E-BCEE22A5E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6689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6.png"/><Relationship Id="rId7" Type="http://schemas.openxmlformats.org/officeDocument/2006/relationships/image" Target="../media/image2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8.png"/><Relationship Id="rId10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uppo 99">
            <a:extLst>
              <a:ext uri="{FF2B5EF4-FFF2-40B4-BE49-F238E27FC236}">
                <a16:creationId xmlns:a16="http://schemas.microsoft.com/office/drawing/2014/main" id="{2D6F517F-314A-A06A-96EC-1AF03FECF38C}"/>
              </a:ext>
            </a:extLst>
          </p:cNvPr>
          <p:cNvGrpSpPr/>
          <p:nvPr/>
        </p:nvGrpSpPr>
        <p:grpSpPr>
          <a:xfrm>
            <a:off x="678102" y="2038112"/>
            <a:ext cx="10328837" cy="2508487"/>
            <a:chOff x="306835" y="1523518"/>
            <a:chExt cx="6904656" cy="1676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E9C49B9A-E486-5DE2-D2B0-8855679AEBF2}"/>
                    </a:ext>
                  </a:extLst>
                </p:cNvPr>
                <p:cNvSpPr txBox="1"/>
                <p:nvPr/>
              </p:nvSpPr>
              <p:spPr>
                <a:xfrm>
                  <a:off x="5595328" y="1577015"/>
                  <a:ext cx="1008888" cy="5143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lang="it-IT" sz="10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𝑝𝑙𝑎𝑛𝑡</m:t>
                        </m:r>
                      </m:oMath>
                    </m:oMathPara>
                  </a14:m>
                  <a:endParaRPr lang="it-IT" dirty="0"/>
                </a:p>
                <a:p>
                  <a:pPr algn="ctr"/>
                  <a:endParaRPr lang="it-IT" sz="1000" dirty="0"/>
                </a:p>
              </p:txBody>
            </p:sp>
          </mc:Choice>
          <mc:Fallback xmlns="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E9C49B9A-E486-5DE2-D2B0-8855679AE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5328" y="1577015"/>
                  <a:ext cx="1008888" cy="51435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69661798-4CC3-E4A6-E094-A92F49708ACF}"/>
                </a:ext>
              </a:extLst>
            </p:cNvPr>
            <p:cNvGrpSpPr/>
            <p:nvPr/>
          </p:nvGrpSpPr>
          <p:grpSpPr>
            <a:xfrm>
              <a:off x="4988052" y="2642616"/>
              <a:ext cx="771143" cy="557784"/>
              <a:chOff x="4736592" y="2837533"/>
              <a:chExt cx="771143" cy="557784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8" name="Triangolo isoscele 7">
                <a:extLst>
                  <a:ext uri="{FF2B5EF4-FFF2-40B4-BE49-F238E27FC236}">
                    <a16:creationId xmlns:a16="http://schemas.microsoft.com/office/drawing/2014/main" id="{592819FB-4743-2ACC-314E-9FE4C495261E}"/>
                  </a:ext>
                </a:extLst>
              </p:cNvPr>
              <p:cNvSpPr/>
              <p:nvPr/>
            </p:nvSpPr>
            <p:spPr>
              <a:xfrm rot="16200000">
                <a:off x="4814316" y="2759809"/>
                <a:ext cx="557784" cy="713232"/>
              </a:xfrm>
              <a:prstGeom prst="triangl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CasellaDiTesto 6">
                    <a:extLst>
                      <a:ext uri="{FF2B5EF4-FFF2-40B4-BE49-F238E27FC236}">
                        <a16:creationId xmlns:a16="http://schemas.microsoft.com/office/drawing/2014/main" id="{ECFC3567-2AD5-5C8F-804A-2FE795E27866}"/>
                      </a:ext>
                    </a:extLst>
                  </p:cNvPr>
                  <p:cNvSpPr txBox="1"/>
                  <p:nvPr/>
                </p:nvSpPr>
                <p:spPr>
                  <a:xfrm>
                    <a:off x="4978907" y="2962117"/>
                    <a:ext cx="528828" cy="308615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7" name="CasellaDiTesto 6">
                    <a:extLst>
                      <a:ext uri="{FF2B5EF4-FFF2-40B4-BE49-F238E27FC236}">
                        <a16:creationId xmlns:a16="http://schemas.microsoft.com/office/drawing/2014/main" id="{ECFC3567-2AD5-5C8F-804A-2FE795E278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8907" y="2962117"/>
                    <a:ext cx="528828" cy="3086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662F707F-4290-C4C0-1591-258B120F5E47}"/>
                </a:ext>
              </a:extLst>
            </p:cNvPr>
            <p:cNvGrpSpPr/>
            <p:nvPr/>
          </p:nvGrpSpPr>
          <p:grpSpPr>
            <a:xfrm>
              <a:off x="4249236" y="1591115"/>
              <a:ext cx="798332" cy="484632"/>
              <a:chOff x="4174358" y="1600200"/>
              <a:chExt cx="798332" cy="48463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0" name="Ovale 9">
                <a:extLst>
                  <a:ext uri="{FF2B5EF4-FFF2-40B4-BE49-F238E27FC236}">
                    <a16:creationId xmlns:a16="http://schemas.microsoft.com/office/drawing/2014/main" id="{6A96A99F-9BA6-3F80-6282-95C6DC4FCE0C}"/>
                  </a:ext>
                </a:extLst>
              </p:cNvPr>
              <p:cNvSpPr/>
              <p:nvPr/>
            </p:nvSpPr>
            <p:spPr>
              <a:xfrm>
                <a:off x="4288536" y="1600200"/>
                <a:ext cx="484632" cy="48463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sellaDiTesto 10">
                    <a:extLst>
                      <a:ext uri="{FF2B5EF4-FFF2-40B4-BE49-F238E27FC236}">
                        <a16:creationId xmlns:a16="http://schemas.microsoft.com/office/drawing/2014/main" id="{20C554BB-6A82-49CA-F22A-DCCB2C911344}"/>
                      </a:ext>
                    </a:extLst>
                  </p:cNvPr>
                  <p:cNvSpPr txBox="1"/>
                  <p:nvPr/>
                </p:nvSpPr>
                <p:spPr>
                  <a:xfrm>
                    <a:off x="4174358" y="1653805"/>
                    <a:ext cx="798332" cy="410502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1" name="CasellaDiTesto 10">
                    <a:extLst>
                      <a:ext uri="{FF2B5EF4-FFF2-40B4-BE49-F238E27FC236}">
                        <a16:creationId xmlns:a16="http://schemas.microsoft.com/office/drawing/2014/main" id="{20C554BB-6A82-49CA-F22A-DCCB2C9113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4358" y="1653805"/>
                    <a:ext cx="798332" cy="4105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0918" t="-115842" r="-65306" b="-166337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sellaDiTesto 12">
                  <a:extLst>
                    <a:ext uri="{FF2B5EF4-FFF2-40B4-BE49-F238E27FC236}">
                      <a16:creationId xmlns:a16="http://schemas.microsoft.com/office/drawing/2014/main" id="{F980616B-8A3B-6CEC-B35B-431129FA1F1C}"/>
                    </a:ext>
                  </a:extLst>
                </p:cNvPr>
                <p:cNvSpPr txBox="1"/>
                <p:nvPr/>
              </p:nvSpPr>
              <p:spPr>
                <a:xfrm>
                  <a:off x="3254520" y="1628011"/>
                  <a:ext cx="724401" cy="41131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num>
                          <m:den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13" name="CasellaDiTesto 12">
                  <a:extLst>
                    <a:ext uri="{FF2B5EF4-FFF2-40B4-BE49-F238E27FC236}">
                      <a16:creationId xmlns:a16="http://schemas.microsoft.com/office/drawing/2014/main" id="{F980616B-8A3B-6CEC-B35B-431129FA1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4520" y="1628011"/>
                  <a:ext cx="724401" cy="41131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BD417FA3-9F91-79AE-3D0C-FA3EDDC89C9E}"/>
                </a:ext>
              </a:extLst>
            </p:cNvPr>
            <p:cNvGrpSpPr/>
            <p:nvPr/>
          </p:nvGrpSpPr>
          <p:grpSpPr>
            <a:xfrm rot="10800000">
              <a:off x="2235079" y="1554372"/>
              <a:ext cx="790003" cy="557784"/>
              <a:chOff x="4736592" y="2837533"/>
              <a:chExt cx="790003" cy="557784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6" name="Triangolo isoscele 15">
                <a:extLst>
                  <a:ext uri="{FF2B5EF4-FFF2-40B4-BE49-F238E27FC236}">
                    <a16:creationId xmlns:a16="http://schemas.microsoft.com/office/drawing/2014/main" id="{EEF8CEF3-1107-1315-A4B7-4AC01B527BF6}"/>
                  </a:ext>
                </a:extLst>
              </p:cNvPr>
              <p:cNvSpPr/>
              <p:nvPr/>
            </p:nvSpPr>
            <p:spPr>
              <a:xfrm rot="16200000">
                <a:off x="4814316" y="2759809"/>
                <a:ext cx="557784" cy="713232"/>
              </a:xfrm>
              <a:prstGeom prst="triangl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62177F9C-E83E-1929-D89C-86AE1EC8FFD0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837747" y="2972386"/>
                    <a:ext cx="688848" cy="308615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62177F9C-E83E-1929-D89C-86AE1EC8FF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4837747" y="2972386"/>
                    <a:ext cx="688848" cy="30861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2" name="Connettore a gomito 21">
              <a:extLst>
                <a:ext uri="{FF2B5EF4-FFF2-40B4-BE49-F238E27FC236}">
                  <a16:creationId xmlns:a16="http://schemas.microsoft.com/office/drawing/2014/main" id="{3C83BE11-9F66-4CA4-C0BB-ED8705BC895F}"/>
                </a:ext>
              </a:extLst>
            </p:cNvPr>
            <p:cNvCxnSpPr>
              <a:cxnSpLocks/>
              <a:stCxn id="8" idx="0"/>
              <a:endCxn id="10" idx="4"/>
            </p:cNvCxnSpPr>
            <p:nvPr/>
          </p:nvCxnSpPr>
          <p:spPr>
            <a:xfrm rot="10800000">
              <a:off x="4605732" y="2075748"/>
              <a:ext cx="382321" cy="845762"/>
            </a:xfrm>
            <a:prstGeom prst="bentConnector2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ttore a gomito 24">
              <a:extLst>
                <a:ext uri="{FF2B5EF4-FFF2-40B4-BE49-F238E27FC236}">
                  <a16:creationId xmlns:a16="http://schemas.microsoft.com/office/drawing/2014/main" id="{491838C2-7C95-AEC0-5649-8F897809D78B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4848047" y="1833431"/>
              <a:ext cx="747281" cy="763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ttore a gomito 26">
              <a:extLst>
                <a:ext uri="{FF2B5EF4-FFF2-40B4-BE49-F238E27FC236}">
                  <a16:creationId xmlns:a16="http://schemas.microsoft.com/office/drawing/2014/main" id="{0D7E535D-FFDA-6163-00B9-52331B6F2D20}"/>
                </a:ext>
              </a:extLst>
            </p:cNvPr>
            <p:cNvCxnSpPr>
              <a:cxnSpLocks/>
              <a:stCxn id="13" idx="3"/>
              <a:endCxn id="10" idx="2"/>
            </p:cNvCxnSpPr>
            <p:nvPr/>
          </p:nvCxnSpPr>
          <p:spPr>
            <a:xfrm flipV="1">
              <a:off x="3978921" y="1833431"/>
              <a:ext cx="384494" cy="238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ttore a gomito 33">
              <a:extLst>
                <a:ext uri="{FF2B5EF4-FFF2-40B4-BE49-F238E27FC236}">
                  <a16:creationId xmlns:a16="http://schemas.microsoft.com/office/drawing/2014/main" id="{BBB0DD83-A46F-1294-E2F5-E13CEB0D833F}"/>
                </a:ext>
              </a:extLst>
            </p:cNvPr>
            <p:cNvCxnSpPr>
              <a:cxnSpLocks/>
              <a:stCxn id="16" idx="0"/>
              <a:endCxn id="13" idx="1"/>
            </p:cNvCxnSpPr>
            <p:nvPr/>
          </p:nvCxnSpPr>
          <p:spPr>
            <a:xfrm>
              <a:off x="3025082" y="1833264"/>
              <a:ext cx="229438" cy="405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ttore a gomito 40">
              <a:extLst>
                <a:ext uri="{FF2B5EF4-FFF2-40B4-BE49-F238E27FC236}">
                  <a16:creationId xmlns:a16="http://schemas.microsoft.com/office/drawing/2014/main" id="{D6FD0F0C-1136-41FC-E0FC-626012CB40C3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 rot="5400000">
              <a:off x="5485461" y="2307196"/>
              <a:ext cx="830134" cy="398488"/>
            </a:xfrm>
            <a:prstGeom prst="bentConnector2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ttore a gomito 42">
              <a:extLst>
                <a:ext uri="{FF2B5EF4-FFF2-40B4-BE49-F238E27FC236}">
                  <a16:creationId xmlns:a16="http://schemas.microsoft.com/office/drawing/2014/main" id="{6F01DAD1-5AC0-55B3-5124-A0FD74C456F7}"/>
                </a:ext>
              </a:extLst>
            </p:cNvPr>
            <p:cNvCxnSpPr>
              <a:cxnSpLocks/>
              <a:stCxn id="5" idx="3"/>
              <a:endCxn id="48" idx="4"/>
            </p:cNvCxnSpPr>
            <p:nvPr/>
          </p:nvCxnSpPr>
          <p:spPr>
            <a:xfrm flipH="1">
              <a:off x="1352928" y="1834194"/>
              <a:ext cx="5251288" cy="242317"/>
            </a:xfrm>
            <a:prstGeom prst="bentConnector4">
              <a:avLst>
                <a:gd name="adj1" fmla="val -6887"/>
                <a:gd name="adj2" fmla="val 637975"/>
              </a:avLst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uppo 46">
              <a:extLst>
                <a:ext uri="{FF2B5EF4-FFF2-40B4-BE49-F238E27FC236}">
                  <a16:creationId xmlns:a16="http://schemas.microsoft.com/office/drawing/2014/main" id="{88640C45-6486-E795-575A-A24C077A1DF9}"/>
                </a:ext>
              </a:extLst>
            </p:cNvPr>
            <p:cNvGrpSpPr/>
            <p:nvPr/>
          </p:nvGrpSpPr>
          <p:grpSpPr>
            <a:xfrm>
              <a:off x="1000641" y="1591879"/>
              <a:ext cx="798332" cy="484632"/>
              <a:chOff x="4178565" y="1600200"/>
              <a:chExt cx="798332" cy="48463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8" name="Ovale 47">
                <a:extLst>
                  <a:ext uri="{FF2B5EF4-FFF2-40B4-BE49-F238E27FC236}">
                    <a16:creationId xmlns:a16="http://schemas.microsoft.com/office/drawing/2014/main" id="{0828CCF9-B0A5-7A7D-3E01-7E4B81421396}"/>
                  </a:ext>
                </a:extLst>
              </p:cNvPr>
              <p:cNvSpPr/>
              <p:nvPr/>
            </p:nvSpPr>
            <p:spPr>
              <a:xfrm>
                <a:off x="4288536" y="1600200"/>
                <a:ext cx="484632" cy="48463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CasellaDiTesto 48">
                    <a:extLst>
                      <a:ext uri="{FF2B5EF4-FFF2-40B4-BE49-F238E27FC236}">
                        <a16:creationId xmlns:a16="http://schemas.microsoft.com/office/drawing/2014/main" id="{D68389F9-92AB-C9C4-6789-AFA8B6ABD6ED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65" y="1658328"/>
                    <a:ext cx="798332" cy="410502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9" name="CasellaDiTesto 48">
                    <a:extLst>
                      <a:ext uri="{FF2B5EF4-FFF2-40B4-BE49-F238E27FC236}">
                        <a16:creationId xmlns:a16="http://schemas.microsoft.com/office/drawing/2014/main" id="{D68389F9-92AB-C9C4-6789-AFA8B6ABD6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65" y="1658328"/>
                    <a:ext cx="798332" cy="4105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0408" t="-115842" r="-65816" b="-166337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8" name="Connettore a gomito 57">
              <a:extLst>
                <a:ext uri="{FF2B5EF4-FFF2-40B4-BE49-F238E27FC236}">
                  <a16:creationId xmlns:a16="http://schemas.microsoft.com/office/drawing/2014/main" id="{1A74FEE7-CF97-260E-85EA-B36B78DC8037}"/>
                </a:ext>
              </a:extLst>
            </p:cNvPr>
            <p:cNvCxnSpPr>
              <a:cxnSpLocks/>
              <a:stCxn id="48" idx="6"/>
              <a:endCxn id="16" idx="3"/>
            </p:cNvCxnSpPr>
            <p:nvPr/>
          </p:nvCxnSpPr>
          <p:spPr>
            <a:xfrm flipV="1">
              <a:off x="1595244" y="1833264"/>
              <a:ext cx="716606" cy="931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CasellaDiTesto 65">
                  <a:extLst>
                    <a:ext uri="{FF2B5EF4-FFF2-40B4-BE49-F238E27FC236}">
                      <a16:creationId xmlns:a16="http://schemas.microsoft.com/office/drawing/2014/main" id="{081906C9-B8B9-2942-4734-8CEFA35061BF}"/>
                    </a:ext>
                  </a:extLst>
                </p:cNvPr>
                <p:cNvSpPr txBox="1"/>
                <p:nvPr/>
              </p:nvSpPr>
              <p:spPr>
                <a:xfrm>
                  <a:off x="5249562" y="1574159"/>
                  <a:ext cx="261765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66" name="CasellaDiTesto 65">
                  <a:extLst>
                    <a:ext uri="{FF2B5EF4-FFF2-40B4-BE49-F238E27FC236}">
                      <a16:creationId xmlns:a16="http://schemas.microsoft.com/office/drawing/2014/main" id="{081906C9-B8B9-2942-4734-8CEFA35061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49562" y="1574159"/>
                  <a:ext cx="261765" cy="26746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CasellaDiTesto 66">
                  <a:extLst>
                    <a:ext uri="{FF2B5EF4-FFF2-40B4-BE49-F238E27FC236}">
                      <a16:creationId xmlns:a16="http://schemas.microsoft.com/office/drawing/2014/main" id="{35484B2D-9CC0-AB11-87ED-5C716A330B96}"/>
                    </a:ext>
                  </a:extLst>
                </p:cNvPr>
                <p:cNvSpPr txBox="1"/>
                <p:nvPr/>
              </p:nvSpPr>
              <p:spPr>
                <a:xfrm>
                  <a:off x="6099771" y="2141440"/>
                  <a:ext cx="280754" cy="308615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oMath>
                    </m:oMathPara>
                  </a14:m>
                  <a:endParaRPr lang="it-IT" sz="2800" dirty="0"/>
                </a:p>
              </p:txBody>
            </p:sp>
          </mc:Choice>
          <mc:Fallback xmlns="">
            <p:sp>
              <p:nvSpPr>
                <p:cNvPr id="67" name="CasellaDiTesto 66">
                  <a:extLst>
                    <a:ext uri="{FF2B5EF4-FFF2-40B4-BE49-F238E27FC236}">
                      <a16:creationId xmlns:a16="http://schemas.microsoft.com/office/drawing/2014/main" id="{35484B2D-9CC0-AB11-87ED-5C716A330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9771" y="2141440"/>
                  <a:ext cx="280754" cy="308615"/>
                </a:xfrm>
                <a:prstGeom prst="rect">
                  <a:avLst/>
                </a:prstGeom>
                <a:blipFill>
                  <a:blip r:embed="rId8"/>
                  <a:stretch>
                    <a:fillRect r="-30435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CasellaDiTesto 75">
                  <a:extLst>
                    <a:ext uri="{FF2B5EF4-FFF2-40B4-BE49-F238E27FC236}">
                      <a16:creationId xmlns:a16="http://schemas.microsoft.com/office/drawing/2014/main" id="{8FCD5AF3-E972-DA63-06AD-B20B8F8806A3}"/>
                    </a:ext>
                  </a:extLst>
                </p:cNvPr>
                <p:cNvSpPr txBox="1"/>
                <p:nvPr/>
              </p:nvSpPr>
              <p:spPr>
                <a:xfrm>
                  <a:off x="6712563" y="1554372"/>
                  <a:ext cx="49892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76" name="CasellaDiTesto 75">
                  <a:extLst>
                    <a:ext uri="{FF2B5EF4-FFF2-40B4-BE49-F238E27FC236}">
                      <a16:creationId xmlns:a16="http://schemas.microsoft.com/office/drawing/2014/main" id="{8FCD5AF3-E972-DA63-06AD-B20B8F8806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2563" y="1554372"/>
                  <a:ext cx="498928" cy="267467"/>
                </a:xfrm>
                <a:prstGeom prst="rect">
                  <a:avLst/>
                </a:prstGeom>
                <a:blipFill>
                  <a:blip r:embed="rId9"/>
                  <a:stretch>
                    <a:fillRect b="-13636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ttore 2 86">
              <a:extLst>
                <a:ext uri="{FF2B5EF4-FFF2-40B4-BE49-F238E27FC236}">
                  <a16:creationId xmlns:a16="http://schemas.microsoft.com/office/drawing/2014/main" id="{F81FA8E5-E488-C5C9-E7D7-6876ABACBA41}"/>
                </a:ext>
              </a:extLst>
            </p:cNvPr>
            <p:cNvCxnSpPr>
              <a:cxnSpLocks/>
            </p:cNvCxnSpPr>
            <p:nvPr/>
          </p:nvCxnSpPr>
          <p:spPr>
            <a:xfrm>
              <a:off x="391090" y="1837271"/>
              <a:ext cx="719416" cy="0"/>
            </a:xfrm>
            <a:prstGeom prst="straightConnector1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CasellaDiTesto 88">
                  <a:extLst>
                    <a:ext uri="{FF2B5EF4-FFF2-40B4-BE49-F238E27FC236}">
                      <a16:creationId xmlns:a16="http://schemas.microsoft.com/office/drawing/2014/main" id="{3031FCFA-B0B1-CBE9-BA96-F699E3C2C227}"/>
                    </a:ext>
                  </a:extLst>
                </p:cNvPr>
                <p:cNvSpPr txBox="1"/>
                <p:nvPr/>
              </p:nvSpPr>
              <p:spPr>
                <a:xfrm>
                  <a:off x="306835" y="1547690"/>
                  <a:ext cx="484784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89" name="CasellaDiTesto 88">
                  <a:extLst>
                    <a:ext uri="{FF2B5EF4-FFF2-40B4-BE49-F238E27FC236}">
                      <a16:creationId xmlns:a16="http://schemas.microsoft.com/office/drawing/2014/main" id="{3031FCFA-B0B1-CBE9-BA96-F699E3C2C2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835" y="1547690"/>
                  <a:ext cx="484784" cy="267467"/>
                </a:xfrm>
                <a:prstGeom prst="rect">
                  <a:avLst/>
                </a:prstGeom>
                <a:blipFill>
                  <a:blip r:embed="rId10"/>
                  <a:stretch>
                    <a:fillRect b="-15152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9415AB49-4187-3625-64BD-13A8912A6408}"/>
                    </a:ext>
                  </a:extLst>
                </p:cNvPr>
                <p:cNvSpPr txBox="1"/>
                <p:nvPr/>
              </p:nvSpPr>
              <p:spPr>
                <a:xfrm>
                  <a:off x="4249236" y="1989769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9415AB49-4187-3625-64BD-13A8912A6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236" y="1989769"/>
                  <a:ext cx="287398" cy="26746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CasellaDiTesto 90">
                  <a:extLst>
                    <a:ext uri="{FF2B5EF4-FFF2-40B4-BE49-F238E27FC236}">
                      <a16:creationId xmlns:a16="http://schemas.microsoft.com/office/drawing/2014/main" id="{A1E02452-256A-1C05-5F35-D67FB7CE986D}"/>
                    </a:ext>
                  </a:extLst>
                </p:cNvPr>
                <p:cNvSpPr txBox="1"/>
                <p:nvPr/>
              </p:nvSpPr>
              <p:spPr>
                <a:xfrm>
                  <a:off x="4100283" y="1523518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1" name="CasellaDiTesto 90">
                  <a:extLst>
                    <a:ext uri="{FF2B5EF4-FFF2-40B4-BE49-F238E27FC236}">
                      <a16:creationId xmlns:a16="http://schemas.microsoft.com/office/drawing/2014/main" id="{A1E02452-256A-1C05-5F35-D67FB7CE98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283" y="1523518"/>
                  <a:ext cx="287398" cy="26746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CasellaDiTesto 91">
                  <a:extLst>
                    <a:ext uri="{FF2B5EF4-FFF2-40B4-BE49-F238E27FC236}">
                      <a16:creationId xmlns:a16="http://schemas.microsoft.com/office/drawing/2014/main" id="{982E0AE8-3874-32BF-8712-02CA14933C47}"/>
                    </a:ext>
                  </a:extLst>
                </p:cNvPr>
                <p:cNvSpPr txBox="1"/>
                <p:nvPr/>
              </p:nvSpPr>
              <p:spPr>
                <a:xfrm>
                  <a:off x="823108" y="1568679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2" name="CasellaDiTesto 91">
                  <a:extLst>
                    <a:ext uri="{FF2B5EF4-FFF2-40B4-BE49-F238E27FC236}">
                      <a16:creationId xmlns:a16="http://schemas.microsoft.com/office/drawing/2014/main" id="{982E0AE8-3874-32BF-8712-02CA14933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108" y="1568679"/>
                  <a:ext cx="287398" cy="26746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sellaDiTesto 92">
                  <a:extLst>
                    <a:ext uri="{FF2B5EF4-FFF2-40B4-BE49-F238E27FC236}">
                      <a16:creationId xmlns:a16="http://schemas.microsoft.com/office/drawing/2014/main" id="{CF5C9488-0361-CD9A-FB76-EEAD4A0EEEB3}"/>
                    </a:ext>
                  </a:extLst>
                </p:cNvPr>
                <p:cNvSpPr txBox="1"/>
                <p:nvPr/>
              </p:nvSpPr>
              <p:spPr>
                <a:xfrm>
                  <a:off x="1018579" y="2030306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3" name="CasellaDiTesto 92">
                  <a:extLst>
                    <a:ext uri="{FF2B5EF4-FFF2-40B4-BE49-F238E27FC236}">
                      <a16:creationId xmlns:a16="http://schemas.microsoft.com/office/drawing/2014/main" id="{CF5C9488-0361-CD9A-FB76-EEAD4A0EEE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579" y="2030306"/>
                  <a:ext cx="287398" cy="26746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CasellaDiTesto 96">
                  <a:extLst>
                    <a:ext uri="{FF2B5EF4-FFF2-40B4-BE49-F238E27FC236}">
                      <a16:creationId xmlns:a16="http://schemas.microsoft.com/office/drawing/2014/main" id="{F558C60C-5566-2BCA-71A0-131952189210}"/>
                    </a:ext>
                  </a:extLst>
                </p:cNvPr>
                <p:cNvSpPr txBox="1"/>
                <p:nvPr/>
              </p:nvSpPr>
              <p:spPr>
                <a:xfrm>
                  <a:off x="1669693" y="1553559"/>
                  <a:ext cx="4879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7" name="CasellaDiTesto 96">
                  <a:extLst>
                    <a:ext uri="{FF2B5EF4-FFF2-40B4-BE49-F238E27FC236}">
                      <a16:creationId xmlns:a16="http://schemas.microsoft.com/office/drawing/2014/main" id="{F558C60C-5566-2BCA-71A0-131952189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9693" y="1553559"/>
                  <a:ext cx="487998" cy="267467"/>
                </a:xfrm>
                <a:prstGeom prst="rect">
                  <a:avLst/>
                </a:prstGeom>
                <a:blipFill>
                  <a:blip r:embed="rId15"/>
                  <a:stretch>
                    <a:fillRect r="-840" b="-15385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236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o 3">
            <a:extLst>
              <a:ext uri="{FF2B5EF4-FFF2-40B4-BE49-F238E27FC236}">
                <a16:creationId xmlns:a16="http://schemas.microsoft.com/office/drawing/2014/main" id="{8E469A56-819A-F4BF-F357-CD8B930E3DC2}"/>
              </a:ext>
            </a:extLst>
          </p:cNvPr>
          <p:cNvSpPr/>
          <p:nvPr/>
        </p:nvSpPr>
        <p:spPr>
          <a:xfrm>
            <a:off x="4184122" y="1542070"/>
            <a:ext cx="3823756" cy="3970020"/>
          </a:xfrm>
          <a:prstGeom prst="arc">
            <a:avLst>
              <a:gd name="adj1" fmla="val 14824762"/>
              <a:gd name="adj2" fmla="val 1620595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658B906-2D29-9A55-D735-664298793C82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273040" y="1592580"/>
            <a:ext cx="822960" cy="1934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6FD090DF-9860-B419-3ABE-BA876BE26EEE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6096000" y="1290638"/>
            <a:ext cx="0" cy="223644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e 6">
            <a:extLst>
              <a:ext uri="{FF2B5EF4-FFF2-40B4-BE49-F238E27FC236}">
                <a16:creationId xmlns:a16="http://schemas.microsoft.com/office/drawing/2014/main" id="{DFC09B86-16C2-BF94-E120-36BC8F6588C2}"/>
              </a:ext>
            </a:extLst>
          </p:cNvPr>
          <p:cNvSpPr/>
          <p:nvPr/>
        </p:nvSpPr>
        <p:spPr>
          <a:xfrm>
            <a:off x="5299075" y="4562855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88BF8D60-6488-8AF1-C94E-0D8F589482AA}"/>
              </a:ext>
            </a:extLst>
          </p:cNvPr>
          <p:cNvSpPr/>
          <p:nvPr/>
        </p:nvSpPr>
        <p:spPr>
          <a:xfrm>
            <a:off x="6483352" y="4562854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0EA1A2CE-B06B-C8A4-52D1-C0530C772955}"/>
              </a:ext>
            </a:extLst>
          </p:cNvPr>
          <p:cNvSpPr/>
          <p:nvPr/>
        </p:nvSpPr>
        <p:spPr>
          <a:xfrm>
            <a:off x="5090160" y="3527080"/>
            <a:ext cx="2011680" cy="103577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Triangolo isoscele 9">
            <a:extLst>
              <a:ext uri="{FF2B5EF4-FFF2-40B4-BE49-F238E27FC236}">
                <a16:creationId xmlns:a16="http://schemas.microsoft.com/office/drawing/2014/main" id="{DBCA74FA-19FD-5802-9479-FEA0D5B34FD2}"/>
              </a:ext>
            </a:extLst>
          </p:cNvPr>
          <p:cNvSpPr/>
          <p:nvPr/>
        </p:nvSpPr>
        <p:spPr>
          <a:xfrm rot="15111459">
            <a:off x="5334000" y="1645993"/>
            <a:ext cx="80963" cy="88106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7B68590-0FAE-6252-2C05-F7B664470CD5}"/>
              </a:ext>
            </a:extLst>
          </p:cNvPr>
          <p:cNvSpPr/>
          <p:nvPr/>
        </p:nvSpPr>
        <p:spPr>
          <a:xfrm rot="20225249">
            <a:off x="5880880" y="2353715"/>
            <a:ext cx="1077036" cy="1003840"/>
          </a:xfrm>
          <a:prstGeom prst="rect">
            <a:avLst/>
          </a:prstGeom>
          <a:noFill/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621AB656-F25B-2533-F562-DBA4B9CFA1FD}"/>
              </a:ext>
            </a:extLst>
          </p:cNvPr>
          <p:cNvCxnSpPr>
            <a:cxnSpLocks/>
          </p:cNvCxnSpPr>
          <p:nvPr/>
        </p:nvCxnSpPr>
        <p:spPr>
          <a:xfrm>
            <a:off x="6711951" y="2164556"/>
            <a:ext cx="398887" cy="94376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8BB65984-712A-FCB9-27C8-C2193DD0122F}"/>
              </a:ext>
            </a:extLst>
          </p:cNvPr>
          <p:cNvCxnSpPr>
            <a:cxnSpLocks/>
          </p:cNvCxnSpPr>
          <p:nvPr/>
        </p:nvCxnSpPr>
        <p:spPr>
          <a:xfrm>
            <a:off x="5699512" y="2604308"/>
            <a:ext cx="0" cy="669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Ovale 15">
            <a:extLst>
              <a:ext uri="{FF2B5EF4-FFF2-40B4-BE49-F238E27FC236}">
                <a16:creationId xmlns:a16="http://schemas.microsoft.com/office/drawing/2014/main" id="{90841A8A-0FF5-E9C9-6864-D0F429ED0BD4}"/>
              </a:ext>
            </a:extLst>
          </p:cNvPr>
          <p:cNvSpPr/>
          <p:nvPr/>
        </p:nvSpPr>
        <p:spPr>
          <a:xfrm>
            <a:off x="5647785" y="2559830"/>
            <a:ext cx="103454" cy="103454"/>
          </a:xfrm>
          <a:prstGeom prst="ellips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C5D6005B-A3CA-DC00-A898-65ADE0AAC6FD}"/>
              </a:ext>
            </a:extLst>
          </p:cNvPr>
          <p:cNvCxnSpPr/>
          <p:nvPr/>
        </p:nvCxnSpPr>
        <p:spPr>
          <a:xfrm>
            <a:off x="3680460" y="4972429"/>
            <a:ext cx="49987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21D2320D-5932-0C24-2512-8F9FF4D83EA5}"/>
              </a:ext>
            </a:extLst>
          </p:cNvPr>
          <p:cNvCxnSpPr/>
          <p:nvPr/>
        </p:nvCxnSpPr>
        <p:spPr>
          <a:xfrm flipV="1">
            <a:off x="3680460" y="1424940"/>
            <a:ext cx="0" cy="3547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DC83CBCF-1DC7-D0B7-2C63-7E31AA31EB57}"/>
              </a:ext>
            </a:extLst>
          </p:cNvPr>
          <p:cNvGrpSpPr/>
          <p:nvPr/>
        </p:nvGrpSpPr>
        <p:grpSpPr>
          <a:xfrm rot="16200000">
            <a:off x="6968933" y="3544674"/>
            <a:ext cx="283810" cy="3157679"/>
            <a:chOff x="3317131" y="1562100"/>
            <a:chExt cx="363329" cy="3157679"/>
          </a:xfrm>
        </p:grpSpPr>
        <p:cxnSp>
          <p:nvCxnSpPr>
            <p:cNvPr id="54" name="Connettore diritto 53">
              <a:extLst>
                <a:ext uri="{FF2B5EF4-FFF2-40B4-BE49-F238E27FC236}">
                  <a16:creationId xmlns:a16="http://schemas.microsoft.com/office/drawing/2014/main" id="{0078CAE4-AD5F-7D9F-11F8-5B07C1EEAD16}"/>
                </a:ext>
              </a:extLst>
            </p:cNvPr>
            <p:cNvCxnSpPr/>
            <p:nvPr/>
          </p:nvCxnSpPr>
          <p:spPr>
            <a:xfrm flipH="1">
              <a:off x="3321844" y="156210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1BDA8923-8646-563F-7993-ADAD48C2370C}"/>
                </a:ext>
              </a:extLst>
            </p:cNvPr>
            <p:cNvCxnSpPr/>
            <p:nvPr/>
          </p:nvCxnSpPr>
          <p:spPr>
            <a:xfrm flipH="1">
              <a:off x="3321844" y="16900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diritto 55">
              <a:extLst>
                <a:ext uri="{FF2B5EF4-FFF2-40B4-BE49-F238E27FC236}">
                  <a16:creationId xmlns:a16="http://schemas.microsoft.com/office/drawing/2014/main" id="{CE6F5FF3-69CB-8DD3-7CD8-79969D3F1D76}"/>
                </a:ext>
              </a:extLst>
            </p:cNvPr>
            <p:cNvCxnSpPr/>
            <p:nvPr/>
          </p:nvCxnSpPr>
          <p:spPr>
            <a:xfrm flipH="1">
              <a:off x="3321844" y="181475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diritto 56">
              <a:extLst>
                <a:ext uri="{FF2B5EF4-FFF2-40B4-BE49-F238E27FC236}">
                  <a16:creationId xmlns:a16="http://schemas.microsoft.com/office/drawing/2014/main" id="{775E208A-280E-97AB-6804-CD947398747E}"/>
                </a:ext>
              </a:extLst>
            </p:cNvPr>
            <p:cNvCxnSpPr/>
            <p:nvPr/>
          </p:nvCxnSpPr>
          <p:spPr>
            <a:xfrm flipH="1">
              <a:off x="3321843" y="194269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B8A4AD56-BD57-0D59-7D2B-5DE5B85B36F2}"/>
                </a:ext>
              </a:extLst>
            </p:cNvPr>
            <p:cNvCxnSpPr/>
            <p:nvPr/>
          </p:nvCxnSpPr>
          <p:spPr>
            <a:xfrm flipH="1">
              <a:off x="3321843" y="207064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9433E0E-3EC9-02CE-2ECC-4A58CD39234B}"/>
                </a:ext>
              </a:extLst>
            </p:cNvPr>
            <p:cNvCxnSpPr/>
            <p:nvPr/>
          </p:nvCxnSpPr>
          <p:spPr>
            <a:xfrm flipH="1">
              <a:off x="3321843" y="21953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diritto 59">
              <a:extLst>
                <a:ext uri="{FF2B5EF4-FFF2-40B4-BE49-F238E27FC236}">
                  <a16:creationId xmlns:a16="http://schemas.microsoft.com/office/drawing/2014/main" id="{2ED3565F-4E7D-01E7-E22C-E5D8C477A738}"/>
                </a:ext>
              </a:extLst>
            </p:cNvPr>
            <p:cNvCxnSpPr/>
            <p:nvPr/>
          </p:nvCxnSpPr>
          <p:spPr>
            <a:xfrm flipH="1">
              <a:off x="3321844" y="232822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diritto 60">
              <a:extLst>
                <a:ext uri="{FF2B5EF4-FFF2-40B4-BE49-F238E27FC236}">
                  <a16:creationId xmlns:a16="http://schemas.microsoft.com/office/drawing/2014/main" id="{5EAA472D-5105-6131-F533-901E56B140EC}"/>
                </a:ext>
              </a:extLst>
            </p:cNvPr>
            <p:cNvCxnSpPr/>
            <p:nvPr/>
          </p:nvCxnSpPr>
          <p:spPr>
            <a:xfrm flipH="1">
              <a:off x="3321844" y="24561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diritto 61">
              <a:extLst>
                <a:ext uri="{FF2B5EF4-FFF2-40B4-BE49-F238E27FC236}">
                  <a16:creationId xmlns:a16="http://schemas.microsoft.com/office/drawing/2014/main" id="{7094CBDD-D7EC-2787-27E5-3617BCC2604F}"/>
                </a:ext>
              </a:extLst>
            </p:cNvPr>
            <p:cNvCxnSpPr/>
            <p:nvPr/>
          </p:nvCxnSpPr>
          <p:spPr>
            <a:xfrm flipH="1">
              <a:off x="3321844" y="258087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diritto 62">
              <a:extLst>
                <a:ext uri="{FF2B5EF4-FFF2-40B4-BE49-F238E27FC236}">
                  <a16:creationId xmlns:a16="http://schemas.microsoft.com/office/drawing/2014/main" id="{20215F2E-BD71-C2A9-2729-63A60B523166}"/>
                </a:ext>
              </a:extLst>
            </p:cNvPr>
            <p:cNvCxnSpPr/>
            <p:nvPr/>
          </p:nvCxnSpPr>
          <p:spPr>
            <a:xfrm flipH="1">
              <a:off x="3321843" y="270882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diritto 63">
              <a:extLst>
                <a:ext uri="{FF2B5EF4-FFF2-40B4-BE49-F238E27FC236}">
                  <a16:creationId xmlns:a16="http://schemas.microsoft.com/office/drawing/2014/main" id="{714AD00C-90A0-9D3A-12A8-78042F591BCD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diritto 64">
              <a:extLst>
                <a:ext uri="{FF2B5EF4-FFF2-40B4-BE49-F238E27FC236}">
                  <a16:creationId xmlns:a16="http://schemas.microsoft.com/office/drawing/2014/main" id="{FEBB183C-F87C-E754-8B45-1DDD7046E2BA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diritto 65">
              <a:extLst>
                <a:ext uri="{FF2B5EF4-FFF2-40B4-BE49-F238E27FC236}">
                  <a16:creationId xmlns:a16="http://schemas.microsoft.com/office/drawing/2014/main" id="{F3BE770F-C74A-2DFE-C5AA-35807731F1E9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diritto 66">
              <a:extLst>
                <a:ext uri="{FF2B5EF4-FFF2-40B4-BE49-F238E27FC236}">
                  <a16:creationId xmlns:a16="http://schemas.microsoft.com/office/drawing/2014/main" id="{557D055B-4A17-6D5B-812A-739C461EDC47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diritto 67">
              <a:extLst>
                <a:ext uri="{FF2B5EF4-FFF2-40B4-BE49-F238E27FC236}">
                  <a16:creationId xmlns:a16="http://schemas.microsoft.com/office/drawing/2014/main" id="{3DA3C397-5796-0D32-E75E-B0B406341FD1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diritto 68">
              <a:extLst>
                <a:ext uri="{FF2B5EF4-FFF2-40B4-BE49-F238E27FC236}">
                  <a16:creationId xmlns:a16="http://schemas.microsoft.com/office/drawing/2014/main" id="{C0760C20-DE86-BE54-693F-6F6F700038A4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diritto 69">
              <a:extLst>
                <a:ext uri="{FF2B5EF4-FFF2-40B4-BE49-F238E27FC236}">
                  <a16:creationId xmlns:a16="http://schemas.microsoft.com/office/drawing/2014/main" id="{336E6076-F11E-E90E-3B8D-E8CA0CEFF85F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diritto 70">
              <a:extLst>
                <a:ext uri="{FF2B5EF4-FFF2-40B4-BE49-F238E27FC236}">
                  <a16:creationId xmlns:a16="http://schemas.microsoft.com/office/drawing/2014/main" id="{E7FD3DBC-8DB9-A014-3A2F-048956646BFE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diritto 71">
              <a:extLst>
                <a:ext uri="{FF2B5EF4-FFF2-40B4-BE49-F238E27FC236}">
                  <a16:creationId xmlns:a16="http://schemas.microsoft.com/office/drawing/2014/main" id="{31E7FB12-1296-FB74-9BB8-83DBFEFCBB7B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diritto 72">
              <a:extLst>
                <a:ext uri="{FF2B5EF4-FFF2-40B4-BE49-F238E27FC236}">
                  <a16:creationId xmlns:a16="http://schemas.microsoft.com/office/drawing/2014/main" id="{D21A5961-3528-426B-A99C-4D30D0F347DC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diritto 73">
              <a:extLst>
                <a:ext uri="{FF2B5EF4-FFF2-40B4-BE49-F238E27FC236}">
                  <a16:creationId xmlns:a16="http://schemas.microsoft.com/office/drawing/2014/main" id="{81E07EFE-6919-2C76-1C54-64F3612CD8BF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diritto 74">
              <a:extLst>
                <a:ext uri="{FF2B5EF4-FFF2-40B4-BE49-F238E27FC236}">
                  <a16:creationId xmlns:a16="http://schemas.microsoft.com/office/drawing/2014/main" id="{8A7B0800-2E49-0DBC-B889-9C1F54FE4902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diritto 75">
              <a:extLst>
                <a:ext uri="{FF2B5EF4-FFF2-40B4-BE49-F238E27FC236}">
                  <a16:creationId xmlns:a16="http://schemas.microsoft.com/office/drawing/2014/main" id="{9E3B89E1-8E43-CB5A-865C-F4B9A7A08E38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diritto 76">
              <a:extLst>
                <a:ext uri="{FF2B5EF4-FFF2-40B4-BE49-F238E27FC236}">
                  <a16:creationId xmlns:a16="http://schemas.microsoft.com/office/drawing/2014/main" id="{E2C465D0-FE6F-1ADB-38F6-2DA6D1042D57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5925A7A6-5C2F-DFD7-E6D0-3C830DED461B}"/>
              </a:ext>
            </a:extLst>
          </p:cNvPr>
          <p:cNvGrpSpPr/>
          <p:nvPr/>
        </p:nvGrpSpPr>
        <p:grpSpPr>
          <a:xfrm rot="16200000">
            <a:off x="4551606" y="4174526"/>
            <a:ext cx="283809" cy="1883008"/>
            <a:chOff x="3317131" y="2836771"/>
            <a:chExt cx="363328" cy="1883008"/>
          </a:xfrm>
        </p:grpSpPr>
        <p:cxnSp>
          <p:nvCxnSpPr>
            <p:cNvPr id="89" name="Connettore diritto 88">
              <a:extLst>
                <a:ext uri="{FF2B5EF4-FFF2-40B4-BE49-F238E27FC236}">
                  <a16:creationId xmlns:a16="http://schemas.microsoft.com/office/drawing/2014/main" id="{4B4CBDB9-FF79-F0B5-5186-D86BAE868942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diritto 89">
              <a:extLst>
                <a:ext uri="{FF2B5EF4-FFF2-40B4-BE49-F238E27FC236}">
                  <a16:creationId xmlns:a16="http://schemas.microsoft.com/office/drawing/2014/main" id="{0D4C29CB-BC75-4166-9BD3-A04E932E3DB6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diritto 90">
              <a:extLst>
                <a:ext uri="{FF2B5EF4-FFF2-40B4-BE49-F238E27FC236}">
                  <a16:creationId xmlns:a16="http://schemas.microsoft.com/office/drawing/2014/main" id="{E69F65A9-A09D-69CC-1486-3BEA46CD1378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diritto 91">
              <a:extLst>
                <a:ext uri="{FF2B5EF4-FFF2-40B4-BE49-F238E27FC236}">
                  <a16:creationId xmlns:a16="http://schemas.microsoft.com/office/drawing/2014/main" id="{4D0FE201-1398-94CE-1FD0-37AD80DA0F81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diritto 92">
              <a:extLst>
                <a:ext uri="{FF2B5EF4-FFF2-40B4-BE49-F238E27FC236}">
                  <a16:creationId xmlns:a16="http://schemas.microsoft.com/office/drawing/2014/main" id="{0EE3E46E-0788-0444-5F83-1E854B2DBF86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diritto 93">
              <a:extLst>
                <a:ext uri="{FF2B5EF4-FFF2-40B4-BE49-F238E27FC236}">
                  <a16:creationId xmlns:a16="http://schemas.microsoft.com/office/drawing/2014/main" id="{0E5FE6AF-9ABA-525A-1D87-260A41074335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diritto 94">
              <a:extLst>
                <a:ext uri="{FF2B5EF4-FFF2-40B4-BE49-F238E27FC236}">
                  <a16:creationId xmlns:a16="http://schemas.microsoft.com/office/drawing/2014/main" id="{B6FA9B78-8C67-1BD3-1256-3B63AB6B9E75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diritto 95">
              <a:extLst>
                <a:ext uri="{FF2B5EF4-FFF2-40B4-BE49-F238E27FC236}">
                  <a16:creationId xmlns:a16="http://schemas.microsoft.com/office/drawing/2014/main" id="{8CC80ABD-5D27-DD1D-0D3E-5E7CFAFA6CFA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diritto 96">
              <a:extLst>
                <a:ext uri="{FF2B5EF4-FFF2-40B4-BE49-F238E27FC236}">
                  <a16:creationId xmlns:a16="http://schemas.microsoft.com/office/drawing/2014/main" id="{1CBD9DA5-CF00-A862-620A-113FB92EEA1A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diritto 97">
              <a:extLst>
                <a:ext uri="{FF2B5EF4-FFF2-40B4-BE49-F238E27FC236}">
                  <a16:creationId xmlns:a16="http://schemas.microsoft.com/office/drawing/2014/main" id="{A9DA61CC-68EB-693D-72A6-8A4A38C34DB9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diritto 98">
              <a:extLst>
                <a:ext uri="{FF2B5EF4-FFF2-40B4-BE49-F238E27FC236}">
                  <a16:creationId xmlns:a16="http://schemas.microsoft.com/office/drawing/2014/main" id="{8E1FBE0D-B7F4-CA2D-AA1A-A1F01C25794A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diritto 99">
              <a:extLst>
                <a:ext uri="{FF2B5EF4-FFF2-40B4-BE49-F238E27FC236}">
                  <a16:creationId xmlns:a16="http://schemas.microsoft.com/office/drawing/2014/main" id="{05445BBA-695D-E86D-17AB-E72CF3168F6F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diritto 100">
              <a:extLst>
                <a:ext uri="{FF2B5EF4-FFF2-40B4-BE49-F238E27FC236}">
                  <a16:creationId xmlns:a16="http://schemas.microsoft.com/office/drawing/2014/main" id="{024596F9-922A-9A59-69C1-E098F7CE27CD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diritto 101">
              <a:extLst>
                <a:ext uri="{FF2B5EF4-FFF2-40B4-BE49-F238E27FC236}">
                  <a16:creationId xmlns:a16="http://schemas.microsoft.com/office/drawing/2014/main" id="{A21706CF-FAEC-AFBD-6D44-2967F4F4D905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4" name="Connettore 2 103">
            <a:extLst>
              <a:ext uri="{FF2B5EF4-FFF2-40B4-BE49-F238E27FC236}">
                <a16:creationId xmlns:a16="http://schemas.microsoft.com/office/drawing/2014/main" id="{6327F32A-1E69-DB3B-63FD-F0EBDA6B33F3}"/>
              </a:ext>
            </a:extLst>
          </p:cNvPr>
          <p:cNvCxnSpPr>
            <a:stCxn id="9" idx="3"/>
          </p:cNvCxnSpPr>
          <p:nvPr/>
        </p:nvCxnSpPr>
        <p:spPr>
          <a:xfrm>
            <a:off x="7101840" y="4044968"/>
            <a:ext cx="590727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Connettore 2 116">
            <a:extLst>
              <a:ext uri="{FF2B5EF4-FFF2-40B4-BE49-F238E27FC236}">
                <a16:creationId xmlns:a16="http://schemas.microsoft.com/office/drawing/2014/main" id="{936D42BD-DF59-6CC7-6803-56E91857A507}"/>
              </a:ext>
            </a:extLst>
          </p:cNvPr>
          <p:cNvCxnSpPr>
            <a:stCxn id="9" idx="1"/>
          </p:cNvCxnSpPr>
          <p:nvPr/>
        </p:nvCxnSpPr>
        <p:spPr>
          <a:xfrm flipH="1">
            <a:off x="4513201" y="4044968"/>
            <a:ext cx="576959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Connettore 2 107">
            <a:extLst>
              <a:ext uri="{FF2B5EF4-FFF2-40B4-BE49-F238E27FC236}">
                <a16:creationId xmlns:a16="http://schemas.microsoft.com/office/drawing/2014/main" id="{BEF146D8-93F0-328E-375C-0C17ED9F2687}"/>
              </a:ext>
            </a:extLst>
          </p:cNvPr>
          <p:cNvCxnSpPr/>
          <p:nvPr/>
        </p:nvCxnSpPr>
        <p:spPr>
          <a:xfrm>
            <a:off x="6096000" y="3467100"/>
            <a:ext cx="852042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ttore 2 108">
            <a:extLst>
              <a:ext uri="{FF2B5EF4-FFF2-40B4-BE49-F238E27FC236}">
                <a16:creationId xmlns:a16="http://schemas.microsoft.com/office/drawing/2014/main" id="{EB30D8B3-F3E4-3195-B9FE-6B8835745335}"/>
              </a:ext>
            </a:extLst>
          </p:cNvPr>
          <p:cNvCxnSpPr>
            <a:cxnSpLocks/>
          </p:cNvCxnSpPr>
          <p:nvPr/>
        </p:nvCxnSpPr>
        <p:spPr>
          <a:xfrm flipH="1">
            <a:off x="5276550" y="3467100"/>
            <a:ext cx="80278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ttore 2 112">
            <a:extLst>
              <a:ext uri="{FF2B5EF4-FFF2-40B4-BE49-F238E27FC236}">
                <a16:creationId xmlns:a16="http://schemas.microsoft.com/office/drawing/2014/main" id="{18F4D2E2-CB88-0EB5-BB06-BB0AE475BD43}"/>
              </a:ext>
            </a:extLst>
          </p:cNvPr>
          <p:cNvCxnSpPr>
            <a:cxnSpLocks/>
          </p:cNvCxnSpPr>
          <p:nvPr/>
        </p:nvCxnSpPr>
        <p:spPr>
          <a:xfrm flipV="1">
            <a:off x="6096000" y="2795655"/>
            <a:ext cx="0" cy="6714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CasellaDiTesto 122">
                <a:extLst>
                  <a:ext uri="{FF2B5EF4-FFF2-40B4-BE49-F238E27FC236}">
                    <a16:creationId xmlns:a16="http://schemas.microsoft.com/office/drawing/2014/main" id="{AE1218AC-6FDB-68ED-ADAA-2CD63192456C}"/>
                  </a:ext>
                </a:extLst>
              </p:cNvPr>
              <p:cNvSpPr txBox="1"/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3" name="CasellaDiTesto 122">
                <a:extLst>
                  <a:ext uri="{FF2B5EF4-FFF2-40B4-BE49-F238E27FC236}">
                    <a16:creationId xmlns:a16="http://schemas.microsoft.com/office/drawing/2014/main" id="{AE1218AC-6FDB-68ED-ADAA-2CD63192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blipFill>
                <a:blip r:embed="rId2"/>
                <a:stretch>
                  <a:fillRect l="-15873" r="-15873" b="-239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CasellaDiTesto 123">
                <a:extLst>
                  <a:ext uri="{FF2B5EF4-FFF2-40B4-BE49-F238E27FC236}">
                    <a16:creationId xmlns:a16="http://schemas.microsoft.com/office/drawing/2014/main" id="{033B00FD-466B-25A7-E095-018F24C2BD80}"/>
                  </a:ext>
                </a:extLst>
              </p:cNvPr>
              <p:cNvSpPr txBox="1"/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4" name="CasellaDiTesto 123">
                <a:extLst>
                  <a:ext uri="{FF2B5EF4-FFF2-40B4-BE49-F238E27FC236}">
                    <a16:creationId xmlns:a16="http://schemas.microsoft.com/office/drawing/2014/main" id="{033B00FD-466B-25A7-E095-018F24C2B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blipFill>
                <a:blip r:embed="rId3"/>
                <a:stretch>
                  <a:fillRect l="-11111" t="-18182" r="-1852" b="-2045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CasellaDiTesto 124">
                <a:extLst>
                  <a:ext uri="{FF2B5EF4-FFF2-40B4-BE49-F238E27FC236}">
                    <a16:creationId xmlns:a16="http://schemas.microsoft.com/office/drawing/2014/main" id="{EEF80DDD-F126-8002-5C40-88EF5CB7CBF9}"/>
                  </a:ext>
                </a:extLst>
              </p:cNvPr>
              <p:cNvSpPr txBox="1"/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5" name="CasellaDiTesto 124">
                <a:extLst>
                  <a:ext uri="{FF2B5EF4-FFF2-40B4-BE49-F238E27FC236}">
                    <a16:creationId xmlns:a16="http://schemas.microsoft.com/office/drawing/2014/main" id="{EEF80DDD-F126-8002-5C40-88EF5CB7C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blipFill>
                <a:blip r:embed="rId4"/>
                <a:stretch>
                  <a:fillRect l="-15000" r="-125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6" name="CasellaDiTesto 125">
                <a:extLst>
                  <a:ext uri="{FF2B5EF4-FFF2-40B4-BE49-F238E27FC236}">
                    <a16:creationId xmlns:a16="http://schemas.microsoft.com/office/drawing/2014/main" id="{175AD57F-7610-FEA8-E2B3-B49E094A17ED}"/>
                  </a:ext>
                </a:extLst>
              </p:cNvPr>
              <p:cNvSpPr txBox="1"/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6" name="CasellaDiTesto 125">
                <a:extLst>
                  <a:ext uri="{FF2B5EF4-FFF2-40B4-BE49-F238E27FC236}">
                    <a16:creationId xmlns:a16="http://schemas.microsoft.com/office/drawing/2014/main" id="{175AD57F-7610-FEA8-E2B3-B49E094A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blipFill>
                <a:blip r:embed="rId5"/>
                <a:stretch>
                  <a:fillRect l="-31250" r="-28125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CasellaDiTesto 126">
                <a:extLst>
                  <a:ext uri="{FF2B5EF4-FFF2-40B4-BE49-F238E27FC236}">
                    <a16:creationId xmlns:a16="http://schemas.microsoft.com/office/drawing/2014/main" id="{65B6A9DF-607A-2DC5-C5D3-45A99CB78DCE}"/>
                  </a:ext>
                </a:extLst>
              </p:cNvPr>
              <p:cNvSpPr txBox="1"/>
              <p:nvPr/>
            </p:nvSpPr>
            <p:spPr>
              <a:xfrm>
                <a:off x="5014225" y="3249503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7" name="CasellaDiTesto 126">
                <a:extLst>
                  <a:ext uri="{FF2B5EF4-FFF2-40B4-BE49-F238E27FC236}">
                    <a16:creationId xmlns:a16="http://schemas.microsoft.com/office/drawing/2014/main" id="{65B6A9DF-607A-2DC5-C5D3-45A99CB7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225" y="3249503"/>
                <a:ext cx="211700" cy="276999"/>
              </a:xfrm>
              <a:prstGeom prst="rect">
                <a:avLst/>
              </a:prstGeom>
              <a:blipFill>
                <a:blip r:embed="rId6"/>
                <a:stretch>
                  <a:fillRect l="-32353" r="-29412" b="-88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CasellaDiTesto 128">
                <a:extLst>
                  <a:ext uri="{FF2B5EF4-FFF2-40B4-BE49-F238E27FC236}">
                    <a16:creationId xmlns:a16="http://schemas.microsoft.com/office/drawing/2014/main" id="{7CE4FB07-8766-BA16-E9EB-2DB6809096AB}"/>
                  </a:ext>
                </a:extLst>
              </p:cNvPr>
              <p:cNvSpPr txBox="1"/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29" name="CasellaDiTesto 128">
                <a:extLst>
                  <a:ext uri="{FF2B5EF4-FFF2-40B4-BE49-F238E27FC236}">
                    <a16:creationId xmlns:a16="http://schemas.microsoft.com/office/drawing/2014/main" id="{7CE4FB07-8766-BA16-E9EB-2DB680909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blipFill>
                <a:blip r:embed="rId7"/>
                <a:stretch>
                  <a:fillRect l="-28571" r="-28571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CasellaDiTesto 129">
                <a:extLst>
                  <a:ext uri="{FF2B5EF4-FFF2-40B4-BE49-F238E27FC236}">
                    <a16:creationId xmlns:a16="http://schemas.microsoft.com/office/drawing/2014/main" id="{21B0CEAB-9D02-5732-213A-B77FD4F4B2CF}"/>
                  </a:ext>
                </a:extLst>
              </p:cNvPr>
              <p:cNvSpPr txBox="1"/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𝛽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0" name="CasellaDiTesto 129">
                <a:extLst>
                  <a:ext uri="{FF2B5EF4-FFF2-40B4-BE49-F238E27FC236}">
                    <a16:creationId xmlns:a16="http://schemas.microsoft.com/office/drawing/2014/main" id="{21B0CEAB-9D02-5732-213A-B77FD4F4B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blipFill>
                <a:blip r:embed="rId8"/>
                <a:stretch>
                  <a:fillRect l="-26415" t="-4444" r="-30189" b="-3555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CasellaDiTesto 130">
                <a:extLst>
                  <a:ext uri="{FF2B5EF4-FFF2-40B4-BE49-F238E27FC236}">
                    <a16:creationId xmlns:a16="http://schemas.microsoft.com/office/drawing/2014/main" id="{1C963FD8-DA73-CB18-4785-C83C2642191A}"/>
                  </a:ext>
                </a:extLst>
              </p:cNvPr>
              <p:cNvSpPr txBox="1"/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1" name="CasellaDiTesto 130">
                <a:extLst>
                  <a:ext uri="{FF2B5EF4-FFF2-40B4-BE49-F238E27FC236}">
                    <a16:creationId xmlns:a16="http://schemas.microsoft.com/office/drawing/2014/main" id="{1C963FD8-DA73-CB18-4785-C83C26421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blipFill>
                <a:blip r:embed="rId9"/>
                <a:stretch>
                  <a:fillRect l="-26471" r="-20588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CasellaDiTesto 131">
                <a:extLst>
                  <a:ext uri="{FF2B5EF4-FFF2-40B4-BE49-F238E27FC236}">
                    <a16:creationId xmlns:a16="http://schemas.microsoft.com/office/drawing/2014/main" id="{1F8C3131-57A7-FFC0-082E-2300CE54506A}"/>
                  </a:ext>
                </a:extLst>
              </p:cNvPr>
              <p:cNvSpPr txBox="1"/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2" name="CasellaDiTesto 131">
                <a:extLst>
                  <a:ext uri="{FF2B5EF4-FFF2-40B4-BE49-F238E27FC236}">
                    <a16:creationId xmlns:a16="http://schemas.microsoft.com/office/drawing/2014/main" id="{1F8C3131-57A7-FFC0-082E-2300CE545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blipFill>
                <a:blip r:embed="rId10"/>
                <a:stretch>
                  <a:fillRect l="-48571" r="-74286" b="-5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CasellaDiTesto 132">
                <a:extLst>
                  <a:ext uri="{FF2B5EF4-FFF2-40B4-BE49-F238E27FC236}">
                    <a16:creationId xmlns:a16="http://schemas.microsoft.com/office/drawing/2014/main" id="{195771CE-DBD4-1FA9-12E2-44140D07C9B1}"/>
                  </a:ext>
                </a:extLst>
              </p:cNvPr>
              <p:cNvSpPr txBox="1"/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3" name="CasellaDiTesto 132">
                <a:extLst>
                  <a:ext uri="{FF2B5EF4-FFF2-40B4-BE49-F238E27FC236}">
                    <a16:creationId xmlns:a16="http://schemas.microsoft.com/office/drawing/2014/main" id="{195771CE-DBD4-1FA9-12E2-44140D07C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blipFill>
                <a:blip r:embed="rId11"/>
                <a:stretch>
                  <a:fillRect l="-20000" r="-1714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CasellaDiTesto 133">
                <a:extLst>
                  <a:ext uri="{FF2B5EF4-FFF2-40B4-BE49-F238E27FC236}">
                    <a16:creationId xmlns:a16="http://schemas.microsoft.com/office/drawing/2014/main" id="{AAE0A42D-F4B8-CF7A-B6E6-8DC9836A387A}"/>
                  </a:ext>
                </a:extLst>
              </p:cNvPr>
              <p:cNvSpPr txBox="1"/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134" name="CasellaDiTesto 133">
                <a:extLst>
                  <a:ext uri="{FF2B5EF4-FFF2-40B4-BE49-F238E27FC236}">
                    <a16:creationId xmlns:a16="http://schemas.microsoft.com/office/drawing/2014/main" id="{AAE0A42D-F4B8-CF7A-B6E6-8DC9836A3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blipFill>
                <a:blip r:embed="rId12"/>
                <a:stretch>
                  <a:fillRect l="-29412" r="-235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CasellaDiTesto 134">
                <a:extLst>
                  <a:ext uri="{FF2B5EF4-FFF2-40B4-BE49-F238E27FC236}">
                    <a16:creationId xmlns:a16="http://schemas.microsoft.com/office/drawing/2014/main" id="{0C635107-0651-C2BF-A1BE-54A9A96F36A0}"/>
                  </a:ext>
                </a:extLst>
              </p:cNvPr>
              <p:cNvSpPr txBox="1"/>
              <p:nvPr/>
            </p:nvSpPr>
            <p:spPr>
              <a:xfrm>
                <a:off x="3376442" y="1240274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135" name="CasellaDiTesto 134">
                <a:extLst>
                  <a:ext uri="{FF2B5EF4-FFF2-40B4-BE49-F238E27FC236}">
                    <a16:creationId xmlns:a16="http://schemas.microsoft.com/office/drawing/2014/main" id="{0C635107-0651-C2BF-A1BE-54A9A96F3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442" y="1240274"/>
                <a:ext cx="211700" cy="369332"/>
              </a:xfrm>
              <a:prstGeom prst="rect">
                <a:avLst/>
              </a:prstGeom>
              <a:blipFill>
                <a:blip r:embed="rId13"/>
                <a:stretch>
                  <a:fillRect l="-42857" r="-40000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" name="Arco 135">
            <a:extLst>
              <a:ext uri="{FF2B5EF4-FFF2-40B4-BE49-F238E27FC236}">
                <a16:creationId xmlns:a16="http://schemas.microsoft.com/office/drawing/2014/main" id="{FCD1DDAA-DF09-FBAA-78C3-A05411A76928}"/>
              </a:ext>
            </a:extLst>
          </p:cNvPr>
          <p:cNvSpPr/>
          <p:nvPr/>
        </p:nvSpPr>
        <p:spPr>
          <a:xfrm>
            <a:off x="4393453" y="1787512"/>
            <a:ext cx="3405094" cy="3535344"/>
          </a:xfrm>
          <a:prstGeom prst="arc">
            <a:avLst>
              <a:gd name="adj1" fmla="val 14824762"/>
              <a:gd name="adj2" fmla="val 15541667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7" name="Triangolo isoscele 136">
            <a:extLst>
              <a:ext uri="{FF2B5EF4-FFF2-40B4-BE49-F238E27FC236}">
                <a16:creationId xmlns:a16="http://schemas.microsoft.com/office/drawing/2014/main" id="{8C3DBCFB-68AA-C081-8064-D0A323D7EB37}"/>
              </a:ext>
            </a:extLst>
          </p:cNvPr>
          <p:cNvSpPr/>
          <p:nvPr/>
        </p:nvSpPr>
        <p:spPr>
          <a:xfrm rot="4756538">
            <a:off x="5752871" y="1776833"/>
            <a:ext cx="80963" cy="88106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CasellaDiTesto 137">
                <a:extLst>
                  <a:ext uri="{FF2B5EF4-FFF2-40B4-BE49-F238E27FC236}">
                    <a16:creationId xmlns:a16="http://schemas.microsoft.com/office/drawing/2014/main" id="{9F379834-8E8C-5D2A-AFDA-503411D3D79C}"/>
                  </a:ext>
                </a:extLst>
              </p:cNvPr>
              <p:cNvSpPr txBox="1"/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138" name="CasellaDiTesto 137">
                <a:extLst>
                  <a:ext uri="{FF2B5EF4-FFF2-40B4-BE49-F238E27FC236}">
                    <a16:creationId xmlns:a16="http://schemas.microsoft.com/office/drawing/2014/main" id="{9F379834-8E8C-5D2A-AFDA-503411D3D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blipFill>
                <a:blip r:embed="rId14"/>
                <a:stretch>
                  <a:fillRect l="-11111" t="-12500" r="-31481" b="-62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4891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e 6">
            <a:extLst>
              <a:ext uri="{FF2B5EF4-FFF2-40B4-BE49-F238E27FC236}">
                <a16:creationId xmlns:a16="http://schemas.microsoft.com/office/drawing/2014/main" id="{2F975E46-D4A8-3C79-6646-B3797C4F6FB9}"/>
              </a:ext>
            </a:extLst>
          </p:cNvPr>
          <p:cNvSpPr/>
          <p:nvPr/>
        </p:nvSpPr>
        <p:spPr>
          <a:xfrm>
            <a:off x="5299075" y="4562855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1AFE83C0-0E14-226B-6910-9E0CE0F1E61D}"/>
              </a:ext>
            </a:extLst>
          </p:cNvPr>
          <p:cNvSpPr/>
          <p:nvPr/>
        </p:nvSpPr>
        <p:spPr>
          <a:xfrm>
            <a:off x="6483352" y="4562854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FFA4B8E-7319-A6A0-3E64-417F0E9D8C93}"/>
              </a:ext>
            </a:extLst>
          </p:cNvPr>
          <p:cNvSpPr/>
          <p:nvPr/>
        </p:nvSpPr>
        <p:spPr>
          <a:xfrm>
            <a:off x="5090160" y="3527080"/>
            <a:ext cx="2011680" cy="103577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68DCD43-BCA4-2E74-E578-52CEA0606BDC}"/>
              </a:ext>
            </a:extLst>
          </p:cNvPr>
          <p:cNvCxnSpPr/>
          <p:nvPr/>
        </p:nvCxnSpPr>
        <p:spPr>
          <a:xfrm>
            <a:off x="3680460" y="4972429"/>
            <a:ext cx="49987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C3509B7-F568-DD71-8201-3A75271989B1}"/>
              </a:ext>
            </a:extLst>
          </p:cNvPr>
          <p:cNvCxnSpPr>
            <a:cxnSpLocks/>
          </p:cNvCxnSpPr>
          <p:nvPr/>
        </p:nvCxnSpPr>
        <p:spPr>
          <a:xfrm flipV="1">
            <a:off x="3680460" y="2990850"/>
            <a:ext cx="0" cy="19815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FA306253-2AC1-292B-4CD8-9D8B7C45438C}"/>
              </a:ext>
            </a:extLst>
          </p:cNvPr>
          <p:cNvGrpSpPr/>
          <p:nvPr/>
        </p:nvGrpSpPr>
        <p:grpSpPr>
          <a:xfrm rot="16200000">
            <a:off x="6968933" y="3544674"/>
            <a:ext cx="283810" cy="3157679"/>
            <a:chOff x="3317131" y="1562100"/>
            <a:chExt cx="363329" cy="3157679"/>
          </a:xfrm>
        </p:grpSpPr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D876419F-8526-7832-9CC8-8716D29B9B1A}"/>
                </a:ext>
              </a:extLst>
            </p:cNvPr>
            <p:cNvCxnSpPr/>
            <p:nvPr/>
          </p:nvCxnSpPr>
          <p:spPr>
            <a:xfrm flipH="1">
              <a:off x="3321844" y="156210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diritto 18">
              <a:extLst>
                <a:ext uri="{FF2B5EF4-FFF2-40B4-BE49-F238E27FC236}">
                  <a16:creationId xmlns:a16="http://schemas.microsoft.com/office/drawing/2014/main" id="{1EC20290-4D8C-7ED8-9D5F-D9FC21806CF4}"/>
                </a:ext>
              </a:extLst>
            </p:cNvPr>
            <p:cNvCxnSpPr/>
            <p:nvPr/>
          </p:nvCxnSpPr>
          <p:spPr>
            <a:xfrm flipH="1">
              <a:off x="3321844" y="16900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diritto 19">
              <a:extLst>
                <a:ext uri="{FF2B5EF4-FFF2-40B4-BE49-F238E27FC236}">
                  <a16:creationId xmlns:a16="http://schemas.microsoft.com/office/drawing/2014/main" id="{CD3F534A-AE4E-8739-6B81-B2123DC9DBF4}"/>
                </a:ext>
              </a:extLst>
            </p:cNvPr>
            <p:cNvCxnSpPr/>
            <p:nvPr/>
          </p:nvCxnSpPr>
          <p:spPr>
            <a:xfrm flipH="1">
              <a:off x="3321844" y="181475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diritto 20">
              <a:extLst>
                <a:ext uri="{FF2B5EF4-FFF2-40B4-BE49-F238E27FC236}">
                  <a16:creationId xmlns:a16="http://schemas.microsoft.com/office/drawing/2014/main" id="{C6A1B58F-C126-6613-CFD9-1DCD7E082E8C}"/>
                </a:ext>
              </a:extLst>
            </p:cNvPr>
            <p:cNvCxnSpPr/>
            <p:nvPr/>
          </p:nvCxnSpPr>
          <p:spPr>
            <a:xfrm flipH="1">
              <a:off x="3321843" y="194269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341486ED-81ED-7A10-37BE-833C9FE8AF20}"/>
                </a:ext>
              </a:extLst>
            </p:cNvPr>
            <p:cNvCxnSpPr/>
            <p:nvPr/>
          </p:nvCxnSpPr>
          <p:spPr>
            <a:xfrm flipH="1">
              <a:off x="3321843" y="207064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diritto 22">
              <a:extLst>
                <a:ext uri="{FF2B5EF4-FFF2-40B4-BE49-F238E27FC236}">
                  <a16:creationId xmlns:a16="http://schemas.microsoft.com/office/drawing/2014/main" id="{F581FDD6-F9E5-7DBD-8B35-7CF9C52EAD1D}"/>
                </a:ext>
              </a:extLst>
            </p:cNvPr>
            <p:cNvCxnSpPr/>
            <p:nvPr/>
          </p:nvCxnSpPr>
          <p:spPr>
            <a:xfrm flipH="1">
              <a:off x="3321843" y="21953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diritto 23">
              <a:extLst>
                <a:ext uri="{FF2B5EF4-FFF2-40B4-BE49-F238E27FC236}">
                  <a16:creationId xmlns:a16="http://schemas.microsoft.com/office/drawing/2014/main" id="{B863460C-3C76-9F7C-64A3-05932D1ABAC8}"/>
                </a:ext>
              </a:extLst>
            </p:cNvPr>
            <p:cNvCxnSpPr/>
            <p:nvPr/>
          </p:nvCxnSpPr>
          <p:spPr>
            <a:xfrm flipH="1">
              <a:off x="3321844" y="232822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diritto 24">
              <a:extLst>
                <a:ext uri="{FF2B5EF4-FFF2-40B4-BE49-F238E27FC236}">
                  <a16:creationId xmlns:a16="http://schemas.microsoft.com/office/drawing/2014/main" id="{F1A0C6AA-F28E-2843-9E70-8A4216FB2043}"/>
                </a:ext>
              </a:extLst>
            </p:cNvPr>
            <p:cNvCxnSpPr/>
            <p:nvPr/>
          </p:nvCxnSpPr>
          <p:spPr>
            <a:xfrm flipH="1">
              <a:off x="3321844" y="24561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diritto 25">
              <a:extLst>
                <a:ext uri="{FF2B5EF4-FFF2-40B4-BE49-F238E27FC236}">
                  <a16:creationId xmlns:a16="http://schemas.microsoft.com/office/drawing/2014/main" id="{6040E1D2-6B60-EAEB-E7A5-DDC1D8D5BF06}"/>
                </a:ext>
              </a:extLst>
            </p:cNvPr>
            <p:cNvCxnSpPr/>
            <p:nvPr/>
          </p:nvCxnSpPr>
          <p:spPr>
            <a:xfrm flipH="1">
              <a:off x="3321844" y="258087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diritto 26">
              <a:extLst>
                <a:ext uri="{FF2B5EF4-FFF2-40B4-BE49-F238E27FC236}">
                  <a16:creationId xmlns:a16="http://schemas.microsoft.com/office/drawing/2014/main" id="{F68DD5BD-F5D3-BEBA-2061-C5EA9E7B5326}"/>
                </a:ext>
              </a:extLst>
            </p:cNvPr>
            <p:cNvCxnSpPr/>
            <p:nvPr/>
          </p:nvCxnSpPr>
          <p:spPr>
            <a:xfrm flipH="1">
              <a:off x="3321843" y="270882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diritto 27">
              <a:extLst>
                <a:ext uri="{FF2B5EF4-FFF2-40B4-BE49-F238E27FC236}">
                  <a16:creationId xmlns:a16="http://schemas.microsoft.com/office/drawing/2014/main" id="{34011C85-AEB8-27E0-B4DC-955B7F1E42DD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diritto 28">
              <a:extLst>
                <a:ext uri="{FF2B5EF4-FFF2-40B4-BE49-F238E27FC236}">
                  <a16:creationId xmlns:a16="http://schemas.microsoft.com/office/drawing/2014/main" id="{6826FAC7-0A15-65DA-3C6E-478FD7B1BCD7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diritto 29">
              <a:extLst>
                <a:ext uri="{FF2B5EF4-FFF2-40B4-BE49-F238E27FC236}">
                  <a16:creationId xmlns:a16="http://schemas.microsoft.com/office/drawing/2014/main" id="{D19E14BE-1A41-B037-32D7-1984133B8E5A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30">
              <a:extLst>
                <a:ext uri="{FF2B5EF4-FFF2-40B4-BE49-F238E27FC236}">
                  <a16:creationId xmlns:a16="http://schemas.microsoft.com/office/drawing/2014/main" id="{2EC0291B-6AD1-B17C-F572-1D626D297AB0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A1BC8981-4462-92A9-ADB2-03C99ECA950B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32">
              <a:extLst>
                <a:ext uri="{FF2B5EF4-FFF2-40B4-BE49-F238E27FC236}">
                  <a16:creationId xmlns:a16="http://schemas.microsoft.com/office/drawing/2014/main" id="{8B20772A-68C0-38DF-7E04-B2992CDC2EDF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diritto 33">
              <a:extLst>
                <a:ext uri="{FF2B5EF4-FFF2-40B4-BE49-F238E27FC236}">
                  <a16:creationId xmlns:a16="http://schemas.microsoft.com/office/drawing/2014/main" id="{39714CA9-D290-5385-239B-18C131AC3F91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diritto 34">
              <a:extLst>
                <a:ext uri="{FF2B5EF4-FFF2-40B4-BE49-F238E27FC236}">
                  <a16:creationId xmlns:a16="http://schemas.microsoft.com/office/drawing/2014/main" id="{704D5A3E-A73F-8AF8-CF65-D2CB4370B332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diritto 35">
              <a:extLst>
                <a:ext uri="{FF2B5EF4-FFF2-40B4-BE49-F238E27FC236}">
                  <a16:creationId xmlns:a16="http://schemas.microsoft.com/office/drawing/2014/main" id="{78BA0B10-ABFE-D430-186A-1DC949A57AF7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diritto 36">
              <a:extLst>
                <a:ext uri="{FF2B5EF4-FFF2-40B4-BE49-F238E27FC236}">
                  <a16:creationId xmlns:a16="http://schemas.microsoft.com/office/drawing/2014/main" id="{2D74C8A7-9385-CCAE-8DB7-897462E7C860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diritto 37">
              <a:extLst>
                <a:ext uri="{FF2B5EF4-FFF2-40B4-BE49-F238E27FC236}">
                  <a16:creationId xmlns:a16="http://schemas.microsoft.com/office/drawing/2014/main" id="{4F4C0A33-798F-6D92-CD6A-C34AE7DB6B39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FCA5953D-4A8D-E4E1-4EAC-7BFE68A0DD1A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diritto 39">
              <a:extLst>
                <a:ext uri="{FF2B5EF4-FFF2-40B4-BE49-F238E27FC236}">
                  <a16:creationId xmlns:a16="http://schemas.microsoft.com/office/drawing/2014/main" id="{50192781-EDFD-4E78-D3F2-1BF1A27E5978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diritto 40">
              <a:extLst>
                <a:ext uri="{FF2B5EF4-FFF2-40B4-BE49-F238E27FC236}">
                  <a16:creationId xmlns:a16="http://schemas.microsoft.com/office/drawing/2014/main" id="{44B1FC3F-A7C2-B92F-7567-F7B60AB38FA8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692A9B41-54E3-A103-7531-DA21A0DCC1DE}"/>
              </a:ext>
            </a:extLst>
          </p:cNvPr>
          <p:cNvGrpSpPr/>
          <p:nvPr/>
        </p:nvGrpSpPr>
        <p:grpSpPr>
          <a:xfrm rot="16200000">
            <a:off x="4551606" y="4174526"/>
            <a:ext cx="283809" cy="1883008"/>
            <a:chOff x="3317131" y="2836771"/>
            <a:chExt cx="363328" cy="1883008"/>
          </a:xfrm>
        </p:grpSpPr>
        <p:cxnSp>
          <p:nvCxnSpPr>
            <p:cNvPr id="43" name="Connettore diritto 42">
              <a:extLst>
                <a:ext uri="{FF2B5EF4-FFF2-40B4-BE49-F238E27FC236}">
                  <a16:creationId xmlns:a16="http://schemas.microsoft.com/office/drawing/2014/main" id="{F37EED15-510F-27EE-EE29-FF1FA5DB71A2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diritto 43">
              <a:extLst>
                <a:ext uri="{FF2B5EF4-FFF2-40B4-BE49-F238E27FC236}">
                  <a16:creationId xmlns:a16="http://schemas.microsoft.com/office/drawing/2014/main" id="{6FD8615E-7BC2-40AE-D83C-3E07BDBA3FA1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diritto 44">
              <a:extLst>
                <a:ext uri="{FF2B5EF4-FFF2-40B4-BE49-F238E27FC236}">
                  <a16:creationId xmlns:a16="http://schemas.microsoft.com/office/drawing/2014/main" id="{FF02CA41-0345-8936-8032-46FDC9E2E380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diritto 45">
              <a:extLst>
                <a:ext uri="{FF2B5EF4-FFF2-40B4-BE49-F238E27FC236}">
                  <a16:creationId xmlns:a16="http://schemas.microsoft.com/office/drawing/2014/main" id="{F32E67D4-287A-ACFA-7DD5-0C5A0957FCC1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diritto 46">
              <a:extLst>
                <a:ext uri="{FF2B5EF4-FFF2-40B4-BE49-F238E27FC236}">
                  <a16:creationId xmlns:a16="http://schemas.microsoft.com/office/drawing/2014/main" id="{522662AF-2FA6-7FE0-5291-83055E998457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diritto 47">
              <a:extLst>
                <a:ext uri="{FF2B5EF4-FFF2-40B4-BE49-F238E27FC236}">
                  <a16:creationId xmlns:a16="http://schemas.microsoft.com/office/drawing/2014/main" id="{96214374-A2EC-72A7-1896-57A11AA431C0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diritto 48">
              <a:extLst>
                <a:ext uri="{FF2B5EF4-FFF2-40B4-BE49-F238E27FC236}">
                  <a16:creationId xmlns:a16="http://schemas.microsoft.com/office/drawing/2014/main" id="{8EC74F4D-C8B6-1517-356F-6086803A4ADE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diritto 49">
              <a:extLst>
                <a:ext uri="{FF2B5EF4-FFF2-40B4-BE49-F238E27FC236}">
                  <a16:creationId xmlns:a16="http://schemas.microsoft.com/office/drawing/2014/main" id="{BBF38CB9-6909-79A3-810C-EDAE309988D4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4EE1C5DD-300C-2B6D-2C8C-873F8C728ED9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diritto 51">
              <a:extLst>
                <a:ext uri="{FF2B5EF4-FFF2-40B4-BE49-F238E27FC236}">
                  <a16:creationId xmlns:a16="http://schemas.microsoft.com/office/drawing/2014/main" id="{E94F8B39-3C8A-BC46-ABF3-6F1DB9D52D0A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9AB9F89-33D1-EA57-BDD7-17DE76ED6513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diritto 53">
              <a:extLst>
                <a:ext uri="{FF2B5EF4-FFF2-40B4-BE49-F238E27FC236}">
                  <a16:creationId xmlns:a16="http://schemas.microsoft.com/office/drawing/2014/main" id="{82128074-D008-670B-A21C-1E2921FE27F7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D6EEF3B3-98F1-E67A-BD98-E2BA081EF8C6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diritto 55">
              <a:extLst>
                <a:ext uri="{FF2B5EF4-FFF2-40B4-BE49-F238E27FC236}">
                  <a16:creationId xmlns:a16="http://schemas.microsoft.com/office/drawing/2014/main" id="{360A0E6C-2C95-612D-DB5B-08EE2C4D25F1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7" name="Connettore 2 56">
            <a:extLst>
              <a:ext uri="{FF2B5EF4-FFF2-40B4-BE49-F238E27FC236}">
                <a16:creationId xmlns:a16="http://schemas.microsoft.com/office/drawing/2014/main" id="{07901654-CA59-DF3F-7954-5285C5C974BF}"/>
              </a:ext>
            </a:extLst>
          </p:cNvPr>
          <p:cNvCxnSpPr>
            <a:stCxn id="9" idx="3"/>
          </p:cNvCxnSpPr>
          <p:nvPr/>
        </p:nvCxnSpPr>
        <p:spPr>
          <a:xfrm>
            <a:off x="7101840" y="4044968"/>
            <a:ext cx="590727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AA2F3DDB-1285-6190-0559-E9428E4F746A}"/>
              </a:ext>
            </a:extLst>
          </p:cNvPr>
          <p:cNvCxnSpPr>
            <a:stCxn id="9" idx="1"/>
          </p:cNvCxnSpPr>
          <p:nvPr/>
        </p:nvCxnSpPr>
        <p:spPr>
          <a:xfrm flipH="1">
            <a:off x="4513201" y="4044968"/>
            <a:ext cx="576959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865F949D-77C7-BE4E-B648-896704A1B307}"/>
              </a:ext>
            </a:extLst>
          </p:cNvPr>
          <p:cNvCxnSpPr/>
          <p:nvPr/>
        </p:nvCxnSpPr>
        <p:spPr>
          <a:xfrm>
            <a:off x="6096000" y="3467100"/>
            <a:ext cx="852042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CasellaDiTesto 66">
                <a:extLst>
                  <a:ext uri="{FF2B5EF4-FFF2-40B4-BE49-F238E27FC236}">
                    <a16:creationId xmlns:a16="http://schemas.microsoft.com/office/drawing/2014/main" id="{9FEA0567-3117-2049-F36A-66264D848863}"/>
                  </a:ext>
                </a:extLst>
              </p:cNvPr>
              <p:cNvSpPr txBox="1"/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7" name="CasellaDiTesto 66">
                <a:extLst>
                  <a:ext uri="{FF2B5EF4-FFF2-40B4-BE49-F238E27FC236}">
                    <a16:creationId xmlns:a16="http://schemas.microsoft.com/office/drawing/2014/main" id="{9FEA0567-3117-2049-F36A-66264D848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blipFill>
                <a:blip r:embed="rId2"/>
                <a:stretch>
                  <a:fillRect l="-28571" r="-28571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CasellaDiTesto 67">
                <a:extLst>
                  <a:ext uri="{FF2B5EF4-FFF2-40B4-BE49-F238E27FC236}">
                    <a16:creationId xmlns:a16="http://schemas.microsoft.com/office/drawing/2014/main" id="{8A9D93F2-6374-8699-D5F4-194E2273199B}"/>
                  </a:ext>
                </a:extLst>
              </p:cNvPr>
              <p:cNvSpPr txBox="1"/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𝛽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8" name="CasellaDiTesto 67">
                <a:extLst>
                  <a:ext uri="{FF2B5EF4-FFF2-40B4-BE49-F238E27FC236}">
                    <a16:creationId xmlns:a16="http://schemas.microsoft.com/office/drawing/2014/main" id="{8A9D93F2-6374-8699-D5F4-194E22731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blipFill>
                <a:blip r:embed="rId3"/>
                <a:stretch>
                  <a:fillRect l="-26415" t="-4444" r="-30189" b="-3555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CasellaDiTesto 68">
                <a:extLst>
                  <a:ext uri="{FF2B5EF4-FFF2-40B4-BE49-F238E27FC236}">
                    <a16:creationId xmlns:a16="http://schemas.microsoft.com/office/drawing/2014/main" id="{D68C1935-A866-2805-D97E-7E8503AE62F4}"/>
                  </a:ext>
                </a:extLst>
              </p:cNvPr>
              <p:cNvSpPr txBox="1"/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9" name="CasellaDiTesto 68">
                <a:extLst>
                  <a:ext uri="{FF2B5EF4-FFF2-40B4-BE49-F238E27FC236}">
                    <a16:creationId xmlns:a16="http://schemas.microsoft.com/office/drawing/2014/main" id="{D68C1935-A866-2805-D97E-7E8503AE6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blipFill>
                <a:blip r:embed="rId4"/>
                <a:stretch>
                  <a:fillRect l="-26471" r="-20588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CasellaDiTesto 69">
                <a:extLst>
                  <a:ext uri="{FF2B5EF4-FFF2-40B4-BE49-F238E27FC236}">
                    <a16:creationId xmlns:a16="http://schemas.microsoft.com/office/drawing/2014/main" id="{701607B5-EA36-EE70-329E-AFD1F1215060}"/>
                  </a:ext>
                </a:extLst>
              </p:cNvPr>
              <p:cNvSpPr txBox="1"/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70" name="CasellaDiTesto 69">
                <a:extLst>
                  <a:ext uri="{FF2B5EF4-FFF2-40B4-BE49-F238E27FC236}">
                    <a16:creationId xmlns:a16="http://schemas.microsoft.com/office/drawing/2014/main" id="{701607B5-EA36-EE70-329E-AFD1F1215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blipFill>
                <a:blip r:embed="rId5"/>
                <a:stretch>
                  <a:fillRect l="-48571" r="-74286" b="-5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CasellaDiTesto 71">
                <a:extLst>
                  <a:ext uri="{FF2B5EF4-FFF2-40B4-BE49-F238E27FC236}">
                    <a16:creationId xmlns:a16="http://schemas.microsoft.com/office/drawing/2014/main" id="{CD4121DB-60B2-1684-63B8-3A37C1040831}"/>
                  </a:ext>
                </a:extLst>
              </p:cNvPr>
              <p:cNvSpPr txBox="1"/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72" name="CasellaDiTesto 71">
                <a:extLst>
                  <a:ext uri="{FF2B5EF4-FFF2-40B4-BE49-F238E27FC236}">
                    <a16:creationId xmlns:a16="http://schemas.microsoft.com/office/drawing/2014/main" id="{CD4121DB-60B2-1684-63B8-3A37C1040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blipFill>
                <a:blip r:embed="rId6"/>
                <a:stretch>
                  <a:fillRect l="-29412" r="-235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CasellaDiTesto 72">
                <a:extLst>
                  <a:ext uri="{FF2B5EF4-FFF2-40B4-BE49-F238E27FC236}">
                    <a16:creationId xmlns:a16="http://schemas.microsoft.com/office/drawing/2014/main" id="{BE4273C4-0A94-7D0A-C0A1-1C4A0829CB6E}"/>
                  </a:ext>
                </a:extLst>
              </p:cNvPr>
              <p:cNvSpPr txBox="1"/>
              <p:nvPr/>
            </p:nvSpPr>
            <p:spPr>
              <a:xfrm>
                <a:off x="3356263" y="2751574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73" name="CasellaDiTesto 72">
                <a:extLst>
                  <a:ext uri="{FF2B5EF4-FFF2-40B4-BE49-F238E27FC236}">
                    <a16:creationId xmlns:a16="http://schemas.microsoft.com/office/drawing/2014/main" id="{BE4273C4-0A94-7D0A-C0A1-1C4A0829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263" y="2751574"/>
                <a:ext cx="211700" cy="369332"/>
              </a:xfrm>
              <a:prstGeom prst="rect">
                <a:avLst/>
              </a:prstGeom>
              <a:blipFill>
                <a:blip r:embed="rId7"/>
                <a:stretch>
                  <a:fillRect l="-44118" r="-44118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Connettore diritto 77">
            <a:extLst>
              <a:ext uri="{FF2B5EF4-FFF2-40B4-BE49-F238E27FC236}">
                <a16:creationId xmlns:a16="http://schemas.microsoft.com/office/drawing/2014/main" id="{32EAF73A-81D0-8DF5-652D-D317C43EEC36}"/>
              </a:ext>
            </a:extLst>
          </p:cNvPr>
          <p:cNvCxnSpPr>
            <a:cxnSpLocks/>
          </p:cNvCxnSpPr>
          <p:nvPr/>
        </p:nvCxnSpPr>
        <p:spPr>
          <a:xfrm flipV="1">
            <a:off x="6096000" y="2933700"/>
            <a:ext cx="0" cy="59338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1308C114-567B-05DE-AFAE-EFAD4B625C1D}"/>
              </a:ext>
            </a:extLst>
          </p:cNvPr>
          <p:cNvCxnSpPr>
            <a:cxnSpLocks/>
          </p:cNvCxnSpPr>
          <p:nvPr/>
        </p:nvCxnSpPr>
        <p:spPr>
          <a:xfrm>
            <a:off x="3752006" y="3206750"/>
            <a:ext cx="2310657" cy="0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CasellaDiTesto 83">
                <a:extLst>
                  <a:ext uri="{FF2B5EF4-FFF2-40B4-BE49-F238E27FC236}">
                    <a16:creationId xmlns:a16="http://schemas.microsoft.com/office/drawing/2014/main" id="{17A81F10-8BA2-6338-1454-0572BC839402}"/>
                  </a:ext>
                </a:extLst>
              </p:cNvPr>
              <p:cNvSpPr txBox="1"/>
              <p:nvPr/>
            </p:nvSpPr>
            <p:spPr>
              <a:xfrm>
                <a:off x="4756442" y="2831611"/>
                <a:ext cx="2117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84" name="CasellaDiTesto 83">
                <a:extLst>
                  <a:ext uri="{FF2B5EF4-FFF2-40B4-BE49-F238E27FC236}">
                    <a16:creationId xmlns:a16="http://schemas.microsoft.com/office/drawing/2014/main" id="{17A81F10-8BA2-6338-1454-0572BC839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42" y="2831611"/>
                <a:ext cx="211700" cy="307777"/>
              </a:xfrm>
              <a:prstGeom prst="rect">
                <a:avLst/>
              </a:prstGeom>
              <a:blipFill>
                <a:blip r:embed="rId8"/>
                <a:stretch>
                  <a:fillRect l="-28571" t="-4000" r="-171429"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8779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o 3">
            <a:extLst>
              <a:ext uri="{FF2B5EF4-FFF2-40B4-BE49-F238E27FC236}">
                <a16:creationId xmlns:a16="http://schemas.microsoft.com/office/drawing/2014/main" id="{1A81E47B-5F18-DFF3-27D8-E19A869F56F1}"/>
              </a:ext>
            </a:extLst>
          </p:cNvPr>
          <p:cNvSpPr/>
          <p:nvPr/>
        </p:nvSpPr>
        <p:spPr>
          <a:xfrm>
            <a:off x="4184122" y="1542070"/>
            <a:ext cx="3823756" cy="3970020"/>
          </a:xfrm>
          <a:prstGeom prst="arc">
            <a:avLst>
              <a:gd name="adj1" fmla="val 14824762"/>
              <a:gd name="adj2" fmla="val 1620595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C4523E9-EBF6-B223-0412-E194B6EE5C11}"/>
              </a:ext>
            </a:extLst>
          </p:cNvPr>
          <p:cNvCxnSpPr>
            <a:cxnSpLocks/>
          </p:cNvCxnSpPr>
          <p:nvPr/>
        </p:nvCxnSpPr>
        <p:spPr>
          <a:xfrm flipH="1" flipV="1">
            <a:off x="5273040" y="1592580"/>
            <a:ext cx="822960" cy="1934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5422FB31-C438-013A-5E42-FC89936B6ECD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215490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riangolo isoscele 9">
            <a:extLst>
              <a:ext uri="{FF2B5EF4-FFF2-40B4-BE49-F238E27FC236}">
                <a16:creationId xmlns:a16="http://schemas.microsoft.com/office/drawing/2014/main" id="{3FD3B53F-5574-36AE-EF56-2E8393F62CE7}"/>
              </a:ext>
            </a:extLst>
          </p:cNvPr>
          <p:cNvSpPr/>
          <p:nvPr/>
        </p:nvSpPr>
        <p:spPr>
          <a:xfrm rot="15111459">
            <a:off x="5334000" y="1645993"/>
            <a:ext cx="80963" cy="88106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D5FB3DBD-6C4A-2722-CD21-9E9AF3106509}"/>
              </a:ext>
            </a:extLst>
          </p:cNvPr>
          <p:cNvSpPr/>
          <p:nvPr/>
        </p:nvSpPr>
        <p:spPr>
          <a:xfrm rot="20225249">
            <a:off x="5880880" y="2353715"/>
            <a:ext cx="1077036" cy="1003840"/>
          </a:xfrm>
          <a:prstGeom prst="rect">
            <a:avLst/>
          </a:prstGeom>
          <a:noFill/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AAE8D6B-E3F8-4759-B331-A34943F7A530}"/>
              </a:ext>
            </a:extLst>
          </p:cNvPr>
          <p:cNvCxnSpPr>
            <a:cxnSpLocks/>
          </p:cNvCxnSpPr>
          <p:nvPr/>
        </p:nvCxnSpPr>
        <p:spPr>
          <a:xfrm>
            <a:off x="6711951" y="2164556"/>
            <a:ext cx="398887" cy="94376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E525EDAA-086C-0960-942E-CA16AD615A21}"/>
              </a:ext>
            </a:extLst>
          </p:cNvPr>
          <p:cNvCxnSpPr>
            <a:cxnSpLocks/>
          </p:cNvCxnSpPr>
          <p:nvPr/>
        </p:nvCxnSpPr>
        <p:spPr>
          <a:xfrm>
            <a:off x="5699512" y="2604308"/>
            <a:ext cx="0" cy="669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e 13">
            <a:extLst>
              <a:ext uri="{FF2B5EF4-FFF2-40B4-BE49-F238E27FC236}">
                <a16:creationId xmlns:a16="http://schemas.microsoft.com/office/drawing/2014/main" id="{8BEE6BE8-6924-16E5-1CAB-9036B595CDA2}"/>
              </a:ext>
            </a:extLst>
          </p:cNvPr>
          <p:cNvSpPr/>
          <p:nvPr/>
        </p:nvSpPr>
        <p:spPr>
          <a:xfrm>
            <a:off x="5647785" y="2559830"/>
            <a:ext cx="103454" cy="103454"/>
          </a:xfrm>
          <a:prstGeom prst="ellips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0" name="Connettore 2 59">
            <a:extLst>
              <a:ext uri="{FF2B5EF4-FFF2-40B4-BE49-F238E27FC236}">
                <a16:creationId xmlns:a16="http://schemas.microsoft.com/office/drawing/2014/main" id="{22308E00-A017-75EB-A559-5AD98E2BEDFA}"/>
              </a:ext>
            </a:extLst>
          </p:cNvPr>
          <p:cNvCxnSpPr>
            <a:cxnSpLocks/>
          </p:cNvCxnSpPr>
          <p:nvPr/>
        </p:nvCxnSpPr>
        <p:spPr>
          <a:xfrm flipH="1">
            <a:off x="5273659" y="3526502"/>
            <a:ext cx="80278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2 60">
            <a:extLst>
              <a:ext uri="{FF2B5EF4-FFF2-40B4-BE49-F238E27FC236}">
                <a16:creationId xmlns:a16="http://schemas.microsoft.com/office/drawing/2014/main" id="{1BEDDFB1-DE8C-871E-B080-179DF30721C4}"/>
              </a:ext>
            </a:extLst>
          </p:cNvPr>
          <p:cNvCxnSpPr>
            <a:cxnSpLocks/>
          </p:cNvCxnSpPr>
          <p:nvPr/>
        </p:nvCxnSpPr>
        <p:spPr>
          <a:xfrm flipV="1">
            <a:off x="6096000" y="2855057"/>
            <a:ext cx="0" cy="6714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8563417C-124C-486E-71E3-1474BC9D296F}"/>
                  </a:ext>
                </a:extLst>
              </p:cNvPr>
              <p:cNvSpPr txBox="1"/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8563417C-124C-486E-71E3-1474BC9D2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blipFill>
                <a:blip r:embed="rId2"/>
                <a:stretch>
                  <a:fillRect l="-15873" r="-15873" b="-239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CasellaDiTesto 62">
                <a:extLst>
                  <a:ext uri="{FF2B5EF4-FFF2-40B4-BE49-F238E27FC236}">
                    <a16:creationId xmlns:a16="http://schemas.microsoft.com/office/drawing/2014/main" id="{F3ED5174-2310-8888-957B-9D8F7A7BAD40}"/>
                  </a:ext>
                </a:extLst>
              </p:cNvPr>
              <p:cNvSpPr txBox="1"/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3" name="CasellaDiTesto 62">
                <a:extLst>
                  <a:ext uri="{FF2B5EF4-FFF2-40B4-BE49-F238E27FC236}">
                    <a16:creationId xmlns:a16="http://schemas.microsoft.com/office/drawing/2014/main" id="{F3ED5174-2310-8888-957B-9D8F7A7BA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blipFill>
                <a:blip r:embed="rId3"/>
                <a:stretch>
                  <a:fillRect l="-11111" t="-18182" r="-1852" b="-2045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CasellaDiTesto 63">
                <a:extLst>
                  <a:ext uri="{FF2B5EF4-FFF2-40B4-BE49-F238E27FC236}">
                    <a16:creationId xmlns:a16="http://schemas.microsoft.com/office/drawing/2014/main" id="{EEFB3D71-DB83-73F4-A94E-602FC16B67B2}"/>
                  </a:ext>
                </a:extLst>
              </p:cNvPr>
              <p:cNvSpPr txBox="1"/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4" name="CasellaDiTesto 63">
                <a:extLst>
                  <a:ext uri="{FF2B5EF4-FFF2-40B4-BE49-F238E27FC236}">
                    <a16:creationId xmlns:a16="http://schemas.microsoft.com/office/drawing/2014/main" id="{EEFB3D71-DB83-73F4-A94E-602FC16B6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blipFill>
                <a:blip r:embed="rId4"/>
                <a:stretch>
                  <a:fillRect l="-15000" r="-125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BAB6A18E-CEC6-B138-0E87-96D1B6C9A031}"/>
                  </a:ext>
                </a:extLst>
              </p:cNvPr>
              <p:cNvSpPr txBox="1"/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BAB6A18E-CEC6-B138-0E87-96D1B6C9A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blipFill>
                <a:blip r:embed="rId5"/>
                <a:stretch>
                  <a:fillRect l="-31250" r="-28125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83A0561A-443B-06A4-2004-5AE2EF859242}"/>
                  </a:ext>
                </a:extLst>
              </p:cNvPr>
              <p:cNvSpPr txBox="1"/>
              <p:nvPr/>
            </p:nvSpPr>
            <p:spPr>
              <a:xfrm>
                <a:off x="5021254" y="3323453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83A0561A-443B-06A4-2004-5AE2EF85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1254" y="3323453"/>
                <a:ext cx="211700" cy="276999"/>
              </a:xfrm>
              <a:prstGeom prst="rect">
                <a:avLst/>
              </a:prstGeom>
              <a:blipFill>
                <a:blip r:embed="rId6"/>
                <a:stretch>
                  <a:fillRect l="-32353" r="-29412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CasellaDiTesto 70">
                <a:extLst>
                  <a:ext uri="{FF2B5EF4-FFF2-40B4-BE49-F238E27FC236}">
                    <a16:creationId xmlns:a16="http://schemas.microsoft.com/office/drawing/2014/main" id="{E482C36C-060F-B2A1-9C72-BAD57FCA4E54}"/>
                  </a:ext>
                </a:extLst>
              </p:cNvPr>
              <p:cNvSpPr txBox="1"/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71" name="CasellaDiTesto 70">
                <a:extLst>
                  <a:ext uri="{FF2B5EF4-FFF2-40B4-BE49-F238E27FC236}">
                    <a16:creationId xmlns:a16="http://schemas.microsoft.com/office/drawing/2014/main" id="{E482C36C-060F-B2A1-9C72-BAD57FCA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blipFill>
                <a:blip r:embed="rId7"/>
                <a:stretch>
                  <a:fillRect l="-20000" r="-1714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Arco 73">
            <a:extLst>
              <a:ext uri="{FF2B5EF4-FFF2-40B4-BE49-F238E27FC236}">
                <a16:creationId xmlns:a16="http://schemas.microsoft.com/office/drawing/2014/main" id="{8C94D7EA-AB7D-DBB3-9BD1-794F5C7DC85C}"/>
              </a:ext>
            </a:extLst>
          </p:cNvPr>
          <p:cNvSpPr/>
          <p:nvPr/>
        </p:nvSpPr>
        <p:spPr>
          <a:xfrm>
            <a:off x="4393453" y="1787512"/>
            <a:ext cx="3405094" cy="3535344"/>
          </a:xfrm>
          <a:prstGeom prst="arc">
            <a:avLst>
              <a:gd name="adj1" fmla="val 14824762"/>
              <a:gd name="adj2" fmla="val 15541667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5" name="Triangolo isoscele 74">
            <a:extLst>
              <a:ext uri="{FF2B5EF4-FFF2-40B4-BE49-F238E27FC236}">
                <a16:creationId xmlns:a16="http://schemas.microsoft.com/office/drawing/2014/main" id="{4B825459-09FA-7833-85F5-9A88628FA53B}"/>
              </a:ext>
            </a:extLst>
          </p:cNvPr>
          <p:cNvSpPr/>
          <p:nvPr/>
        </p:nvSpPr>
        <p:spPr>
          <a:xfrm rot="4756538">
            <a:off x="5752871" y="1776833"/>
            <a:ext cx="80963" cy="88106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CasellaDiTesto 75">
                <a:extLst>
                  <a:ext uri="{FF2B5EF4-FFF2-40B4-BE49-F238E27FC236}">
                    <a16:creationId xmlns:a16="http://schemas.microsoft.com/office/drawing/2014/main" id="{8F973027-E100-493A-6FB1-E5440BAF8FC5}"/>
                  </a:ext>
                </a:extLst>
              </p:cNvPr>
              <p:cNvSpPr txBox="1"/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76" name="CasellaDiTesto 75">
                <a:extLst>
                  <a:ext uri="{FF2B5EF4-FFF2-40B4-BE49-F238E27FC236}">
                    <a16:creationId xmlns:a16="http://schemas.microsoft.com/office/drawing/2014/main" id="{8F973027-E100-493A-6FB1-E5440BAF8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blipFill>
                <a:blip r:embed="rId8"/>
                <a:stretch>
                  <a:fillRect l="-11111" t="-12500" r="-31481" b="-62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Connettore 2 86">
            <a:extLst>
              <a:ext uri="{FF2B5EF4-FFF2-40B4-BE49-F238E27FC236}">
                <a16:creationId xmlns:a16="http://schemas.microsoft.com/office/drawing/2014/main" id="{2096F02A-79E4-2E42-BCD7-5FD721E66F1F}"/>
              </a:ext>
            </a:extLst>
          </p:cNvPr>
          <p:cNvCxnSpPr>
            <a:cxnSpLocks/>
          </p:cNvCxnSpPr>
          <p:nvPr/>
        </p:nvCxnSpPr>
        <p:spPr>
          <a:xfrm>
            <a:off x="4667250" y="4024873"/>
            <a:ext cx="1428240" cy="0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CasellaDiTesto 87">
                <a:extLst>
                  <a:ext uri="{FF2B5EF4-FFF2-40B4-BE49-F238E27FC236}">
                    <a16:creationId xmlns:a16="http://schemas.microsoft.com/office/drawing/2014/main" id="{ABFBF701-5D94-36A4-AB23-6E5F09975D3A}"/>
                  </a:ext>
                </a:extLst>
              </p:cNvPr>
              <p:cNvSpPr txBox="1"/>
              <p:nvPr/>
            </p:nvSpPr>
            <p:spPr>
              <a:xfrm>
                <a:off x="5145530" y="4052952"/>
                <a:ext cx="45790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88" name="CasellaDiTesto 87">
                <a:extLst>
                  <a:ext uri="{FF2B5EF4-FFF2-40B4-BE49-F238E27FC236}">
                    <a16:creationId xmlns:a16="http://schemas.microsoft.com/office/drawing/2014/main" id="{ABFBF701-5D94-36A4-AB23-6E5F09975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5530" y="4052952"/>
                <a:ext cx="457902" cy="307777"/>
              </a:xfrm>
              <a:prstGeom prst="rect">
                <a:avLst/>
              </a:prstGeom>
              <a:blipFill>
                <a:blip r:embed="rId9"/>
                <a:stretch>
                  <a:fillRect l="-13333" t="-2000" r="-26667"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Connettore 2 88">
            <a:extLst>
              <a:ext uri="{FF2B5EF4-FFF2-40B4-BE49-F238E27FC236}">
                <a16:creationId xmlns:a16="http://schemas.microsoft.com/office/drawing/2014/main" id="{3194BBC6-9E33-D8A7-1782-CDB6BC2A3446}"/>
              </a:ext>
            </a:extLst>
          </p:cNvPr>
          <p:cNvCxnSpPr>
            <a:cxnSpLocks/>
          </p:cNvCxnSpPr>
          <p:nvPr/>
        </p:nvCxnSpPr>
        <p:spPr>
          <a:xfrm flipV="1">
            <a:off x="4671312" y="3675707"/>
            <a:ext cx="0" cy="3491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CasellaDiTesto 89">
                <a:extLst>
                  <a:ext uri="{FF2B5EF4-FFF2-40B4-BE49-F238E27FC236}">
                    <a16:creationId xmlns:a16="http://schemas.microsoft.com/office/drawing/2014/main" id="{FE7127FD-AE88-C52F-A4F3-7149545A3343}"/>
                  </a:ext>
                </a:extLst>
              </p:cNvPr>
              <p:cNvSpPr txBox="1"/>
              <p:nvPr/>
            </p:nvSpPr>
            <p:spPr>
              <a:xfrm>
                <a:off x="4445390" y="339083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90" name="CasellaDiTesto 89">
                <a:extLst>
                  <a:ext uri="{FF2B5EF4-FFF2-40B4-BE49-F238E27FC236}">
                    <a16:creationId xmlns:a16="http://schemas.microsoft.com/office/drawing/2014/main" id="{FE7127FD-AE88-C52F-A4F3-7149545A3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390" y="3390837"/>
                <a:ext cx="211700" cy="369332"/>
              </a:xfrm>
              <a:prstGeom prst="rect">
                <a:avLst/>
              </a:prstGeom>
              <a:blipFill>
                <a:blip r:embed="rId10"/>
                <a:stretch>
                  <a:fillRect l="-42857" r="-40000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0621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63</Words>
  <Application>Microsoft Office PowerPoint</Application>
  <PresentationFormat>Widescreen</PresentationFormat>
  <Paragraphs>45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Americo Cherubini</dc:creator>
  <cp:lastModifiedBy>Americo Cherubini</cp:lastModifiedBy>
  <cp:revision>7</cp:revision>
  <dcterms:created xsi:type="dcterms:W3CDTF">2025-07-14T08:41:44Z</dcterms:created>
  <dcterms:modified xsi:type="dcterms:W3CDTF">2025-07-15T20:10:59Z</dcterms:modified>
</cp:coreProperties>
</file>