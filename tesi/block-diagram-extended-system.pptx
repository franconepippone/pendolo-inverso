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8" autoAdjust="0"/>
    <p:restoredTop sz="96126" autoAdjust="0"/>
  </p:normalViewPr>
  <p:slideViewPr>
    <p:cSldViewPr snapToGrid="0">
      <p:cViewPr>
        <p:scale>
          <a:sx n="125" d="100"/>
          <a:sy n="125" d="100"/>
        </p:scale>
        <p:origin x="-14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3E9184E-DA96-CA25-74A8-5A5CC5E9F3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F9321B6-2BDA-649F-AD91-1DB78EFD90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D7B3F48-8DD5-C091-358D-3CE7E8798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3C85B-8319-4F35-817E-FF9CBA4827F6}" type="datetimeFigureOut">
              <a:rPr lang="it-IT" smtClean="0"/>
              <a:t>14/07/2025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C809BDD-DD8D-B578-C69B-28F29F0B7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2810EE2-400E-7831-6DD3-75BD64377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D3F10-247C-4C30-A86A-8DCD946BFC3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7841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0F829FA-A03E-03ED-1213-2F52596E9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33EC804-B3CA-FE5E-4C7E-3EE5B2315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B533C16-D9A9-331E-D830-01118E11E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3C85B-8319-4F35-817E-FF9CBA4827F6}" type="datetimeFigureOut">
              <a:rPr lang="it-IT" smtClean="0"/>
              <a:t>14/07/2025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EBC549-114C-06E0-ADCB-F2C11ADE3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5AA7DD-3E42-7B56-286B-5F84CB596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D3F10-247C-4C30-A86A-8DCD946BFC3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8007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6BCCCB-5C44-C269-F1CE-9F1278DAD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AEB9C78-9BE2-18EF-1BFF-F50D140123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F8DA978-1B75-2219-DEE4-BC4437603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3C85B-8319-4F35-817E-FF9CBA4827F6}" type="datetimeFigureOut">
              <a:rPr lang="it-IT" smtClean="0"/>
              <a:t>14/07/2025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60C3801-74AD-7C9D-32C5-F4CB456B0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569C78B-AC1C-EECE-FC9A-500941AD9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D3F10-247C-4C30-A86A-8DCD946BFC3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1920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42908A1-62B3-0D38-B734-70B44D9F8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A251260-A117-AEB9-11FC-EA8BFD655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6940FC3-C0ED-CF9B-B8F4-84BC37FBA6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0A4297B-11C3-75F7-B8C8-5B86C3647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3C85B-8319-4F35-817E-FF9CBA4827F6}" type="datetimeFigureOut">
              <a:rPr lang="it-IT" smtClean="0"/>
              <a:t>14/07/2025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D2CE62F-8A7F-FCEB-2B81-257C9EE73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739FCB8-0673-07A0-C2C5-1D81ADD8E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D3F10-247C-4C30-A86A-8DCD946BFC3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21591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253C39-7F1D-A076-8F01-7FBDD866A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89C1A10-CB5D-1FB4-99D3-B2E40DFD9A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9EE4A32-53ED-2857-1265-8CC4C8C686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54DF8B45-9FF1-A13C-6669-95F2DB1C14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600EAB0-5851-DF0A-E4C6-AA319E8E17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7ECECBE-392E-C862-2F6E-714286927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3C85B-8319-4F35-817E-FF9CBA4827F6}" type="datetimeFigureOut">
              <a:rPr lang="it-IT" smtClean="0"/>
              <a:t>14/07/2025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71775D0-144B-8C6E-AA19-5C02FD7F09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C73DAE57-B422-D3EA-76D5-A28426B80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D3F10-247C-4C30-A86A-8DCD946BFC3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7953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B9E178-C92A-85D6-0104-388FD306A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F0C0FF7-31DF-F06D-D908-B80AEED4A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3C85B-8319-4F35-817E-FF9CBA4827F6}" type="datetimeFigureOut">
              <a:rPr lang="it-IT" smtClean="0"/>
              <a:t>14/07/2025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A0B1CE9-E7D5-CB13-1144-5B625F5B1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2F6693F-C918-245B-A7D2-70D651601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D3F10-247C-4C30-A86A-8DCD946BFC3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79948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9D8E576-C9A7-504F-3723-804074D6F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3C85B-8319-4F35-817E-FF9CBA4827F6}" type="datetimeFigureOut">
              <a:rPr lang="it-IT" smtClean="0"/>
              <a:t>14/07/2025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B721653-60C9-9BE4-991F-D17AE1A26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E69BD29-07BA-2526-5570-2338EC2C8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D3F10-247C-4C30-A86A-8DCD946BFC3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7237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A40DA10-E58F-B844-2CFB-812F11B6D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FEFBBAB-AC38-1CC7-363E-D7DC72D75C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9B50FB62-19B9-A5DE-4672-8F233DA336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82A288F-8122-A5B2-D3A9-8D7DDC24E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3C85B-8319-4F35-817E-FF9CBA4827F6}" type="datetimeFigureOut">
              <a:rPr lang="it-IT" smtClean="0"/>
              <a:t>14/07/2025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A5346C0-AAB1-4E18-B5EE-77F87B4F6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B057773-2DE1-485E-600D-D1AF996B7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D3F10-247C-4C30-A86A-8DCD946BFC3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0619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BA034E-EE64-E6EB-4805-5588195BB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AF19477-40A7-8F0B-AC4F-D5E5427B00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FAEF125-191D-1FD0-6394-267A587132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984291D-7B82-9211-4E34-DEBF66A06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3C85B-8319-4F35-817E-FF9CBA4827F6}" type="datetimeFigureOut">
              <a:rPr lang="it-IT" smtClean="0"/>
              <a:t>14/07/2025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A677391-C67F-D81E-DCD5-EC3228EB2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B3750E7-8317-C7F6-AC26-A9DA88444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D3F10-247C-4C30-A86A-8DCD946BFC3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13049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4EAEFD-5DB7-C663-99D2-AB4CA5461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121068A-7A85-1937-E3F2-38C799C1C3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EBAB181-8413-6F35-8B48-EA7C0C656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3C85B-8319-4F35-817E-FF9CBA4827F6}" type="datetimeFigureOut">
              <a:rPr lang="it-IT" smtClean="0"/>
              <a:t>14/07/2025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44A0A01-A6A5-6E12-E8FA-8873B1A44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49F45A4-8B34-2BD4-E185-F1B295104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D3F10-247C-4C30-A86A-8DCD946BFC3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04488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94717512-4BE8-D8C1-371D-B10A36EFD7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E57AF50-1BD6-A363-8528-B51C88BBCF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709913F-A5EC-2FED-9ADC-73569C4B1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3C85B-8319-4F35-817E-FF9CBA4827F6}" type="datetimeFigureOut">
              <a:rPr lang="it-IT" smtClean="0"/>
              <a:t>14/07/2025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7D09E0F-07FD-A55C-C77C-5787AEC9A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18F0B70-224C-29EB-E99D-A91A94961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D3F10-247C-4C30-A86A-8DCD946BFC3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36413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873C6AB-079F-AEB5-0538-9C0F85268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83EAC91-DCF5-8376-04E0-10409E0E9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D1EE7A-822D-4D34-5664-1FFD58CB9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B3C85B-8319-4F35-817E-FF9CBA4827F6}" type="datetimeFigureOut">
              <a:rPr lang="it-IT" smtClean="0"/>
              <a:t>14/07/2025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5A7E2BC-CAEA-6EB1-6F9F-079BAA5028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DC85955-FDDC-8F0B-570E-BCEE22A5EF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4D3F10-247C-4C30-A86A-8DCD946BFC3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56689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ruppo 99">
            <a:extLst>
              <a:ext uri="{FF2B5EF4-FFF2-40B4-BE49-F238E27FC236}">
                <a16:creationId xmlns:a16="http://schemas.microsoft.com/office/drawing/2014/main" id="{2D6F517F-314A-A06A-96EC-1AF03FECF38C}"/>
              </a:ext>
            </a:extLst>
          </p:cNvPr>
          <p:cNvGrpSpPr/>
          <p:nvPr/>
        </p:nvGrpSpPr>
        <p:grpSpPr>
          <a:xfrm>
            <a:off x="678102" y="2038112"/>
            <a:ext cx="10328837" cy="2508487"/>
            <a:chOff x="306835" y="1523518"/>
            <a:chExt cx="6904656" cy="167688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CasellaDiTesto 4">
                  <a:extLst>
                    <a:ext uri="{FF2B5EF4-FFF2-40B4-BE49-F238E27FC236}">
                      <a16:creationId xmlns:a16="http://schemas.microsoft.com/office/drawing/2014/main" id="{E9C49B9A-E486-5DE2-D2B0-8855679AEBF2}"/>
                    </a:ext>
                  </a:extLst>
                </p:cNvPr>
                <p:cNvSpPr txBox="1"/>
                <p:nvPr/>
              </p:nvSpPr>
              <p:spPr>
                <a:xfrm>
                  <a:off x="5595328" y="1577015"/>
                  <a:ext cx="1008888" cy="514359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it-IT" sz="1000" b="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𝑝𝑙𝑎𝑛𝑡</m:t>
                        </m:r>
                      </m:oMath>
                    </m:oMathPara>
                  </a14:m>
                  <a:endParaRPr lang="it-IT" dirty="0"/>
                </a:p>
                <a:p>
                  <a:pPr algn="ctr"/>
                  <a:endParaRPr lang="it-IT" sz="1000" dirty="0"/>
                </a:p>
              </p:txBody>
            </p:sp>
          </mc:Choice>
          <mc:Fallback>
            <p:sp>
              <p:nvSpPr>
                <p:cNvPr id="5" name="CasellaDiTesto 4">
                  <a:extLst>
                    <a:ext uri="{FF2B5EF4-FFF2-40B4-BE49-F238E27FC236}">
                      <a16:creationId xmlns:a16="http://schemas.microsoft.com/office/drawing/2014/main" id="{E9C49B9A-E486-5DE2-D2B0-8855679AEB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5328" y="1577015"/>
                  <a:ext cx="1008888" cy="514359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12700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9" name="Gruppo 8">
              <a:extLst>
                <a:ext uri="{FF2B5EF4-FFF2-40B4-BE49-F238E27FC236}">
                  <a16:creationId xmlns:a16="http://schemas.microsoft.com/office/drawing/2014/main" id="{69661798-4CC3-E4A6-E094-A92F49708ACF}"/>
                </a:ext>
              </a:extLst>
            </p:cNvPr>
            <p:cNvGrpSpPr/>
            <p:nvPr/>
          </p:nvGrpSpPr>
          <p:grpSpPr>
            <a:xfrm>
              <a:off x="4988052" y="2642616"/>
              <a:ext cx="771143" cy="557784"/>
              <a:chOff x="4736592" y="2837533"/>
              <a:chExt cx="771143" cy="55778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8" name="Triangolo isoscele 7">
                <a:extLst>
                  <a:ext uri="{FF2B5EF4-FFF2-40B4-BE49-F238E27FC236}">
                    <a16:creationId xmlns:a16="http://schemas.microsoft.com/office/drawing/2014/main" id="{592819FB-4743-2ACC-314E-9FE4C495261E}"/>
                  </a:ext>
                </a:extLst>
              </p:cNvPr>
              <p:cNvSpPr/>
              <p:nvPr/>
            </p:nvSpPr>
            <p:spPr>
              <a:xfrm rot="16200000">
                <a:off x="4814316" y="2759809"/>
                <a:ext cx="557784" cy="713232"/>
              </a:xfrm>
              <a:prstGeom prst="triangl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" name="CasellaDiTesto 6">
                    <a:extLst>
                      <a:ext uri="{FF2B5EF4-FFF2-40B4-BE49-F238E27FC236}">
                        <a16:creationId xmlns:a16="http://schemas.microsoft.com/office/drawing/2014/main" id="{ECFC3567-2AD5-5C8F-804A-2FE795E27866}"/>
                      </a:ext>
                    </a:extLst>
                  </p:cNvPr>
                  <p:cNvSpPr txBox="1"/>
                  <p:nvPr/>
                </p:nvSpPr>
                <p:spPr>
                  <a:xfrm>
                    <a:off x="4978907" y="2962117"/>
                    <a:ext cx="528828" cy="308615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oMath>
                      </m:oMathPara>
                    </a14:m>
                    <a:endParaRPr lang="it-IT" dirty="0"/>
                  </a:p>
                </p:txBody>
              </p:sp>
            </mc:Choice>
            <mc:Fallback>
              <p:sp>
                <p:nvSpPr>
                  <p:cNvPr id="7" name="CasellaDiTesto 6">
                    <a:extLst>
                      <a:ext uri="{FF2B5EF4-FFF2-40B4-BE49-F238E27FC236}">
                        <a16:creationId xmlns:a16="http://schemas.microsoft.com/office/drawing/2014/main" id="{ECFC3567-2AD5-5C8F-804A-2FE795E278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78907" y="2962117"/>
                    <a:ext cx="528828" cy="308615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19050">
                    <a:noFill/>
                  </a:ln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" name="Gruppo 11">
              <a:extLst>
                <a:ext uri="{FF2B5EF4-FFF2-40B4-BE49-F238E27FC236}">
                  <a16:creationId xmlns:a16="http://schemas.microsoft.com/office/drawing/2014/main" id="{662F707F-4290-C4C0-1591-258B120F5E47}"/>
                </a:ext>
              </a:extLst>
            </p:cNvPr>
            <p:cNvGrpSpPr/>
            <p:nvPr/>
          </p:nvGrpSpPr>
          <p:grpSpPr>
            <a:xfrm>
              <a:off x="4249236" y="1591115"/>
              <a:ext cx="798332" cy="484632"/>
              <a:chOff x="4174358" y="1600200"/>
              <a:chExt cx="798332" cy="48463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" name="Ovale 9">
                <a:extLst>
                  <a:ext uri="{FF2B5EF4-FFF2-40B4-BE49-F238E27FC236}">
                    <a16:creationId xmlns:a16="http://schemas.microsoft.com/office/drawing/2014/main" id="{6A96A99F-9BA6-3F80-6282-95C6DC4FCE0C}"/>
                  </a:ext>
                </a:extLst>
              </p:cNvPr>
              <p:cNvSpPr/>
              <p:nvPr/>
            </p:nvSpPr>
            <p:spPr>
              <a:xfrm>
                <a:off x="4288536" y="1600200"/>
                <a:ext cx="484632" cy="484632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" name="CasellaDiTesto 10">
                    <a:extLst>
                      <a:ext uri="{FF2B5EF4-FFF2-40B4-BE49-F238E27FC236}">
                        <a16:creationId xmlns:a16="http://schemas.microsoft.com/office/drawing/2014/main" id="{20C554BB-6A82-49CA-F22A-DCCB2C911344}"/>
                      </a:ext>
                    </a:extLst>
                  </p:cNvPr>
                  <p:cNvSpPr txBox="1"/>
                  <p:nvPr/>
                </p:nvSpPr>
                <p:spPr>
                  <a:xfrm>
                    <a:off x="4174358" y="1653805"/>
                    <a:ext cx="798332" cy="410502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oMath>
                      </m:oMathPara>
                    </a14:m>
                    <a:endParaRPr lang="it-IT" dirty="0"/>
                  </a:p>
                </p:txBody>
              </p:sp>
            </mc:Choice>
            <mc:Fallback>
              <p:sp>
                <p:nvSpPr>
                  <p:cNvPr id="11" name="CasellaDiTesto 10">
                    <a:extLst>
                      <a:ext uri="{FF2B5EF4-FFF2-40B4-BE49-F238E27FC236}">
                        <a16:creationId xmlns:a16="http://schemas.microsoft.com/office/drawing/2014/main" id="{20C554BB-6A82-49CA-F22A-DCCB2C91134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4358" y="1653805"/>
                    <a:ext cx="798332" cy="41050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0918" t="-115842" r="-65306" b="-166337"/>
                    </a:stretch>
                  </a:blipFill>
                  <a:ln w="19050">
                    <a:noFill/>
                  </a:ln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CasellaDiTesto 12">
                  <a:extLst>
                    <a:ext uri="{FF2B5EF4-FFF2-40B4-BE49-F238E27FC236}">
                      <a16:creationId xmlns:a16="http://schemas.microsoft.com/office/drawing/2014/main" id="{F980616B-8A3B-6CEC-B35B-431129FA1F1C}"/>
                    </a:ext>
                  </a:extLst>
                </p:cNvPr>
                <p:cNvSpPr txBox="1"/>
                <p:nvPr/>
              </p:nvSpPr>
              <p:spPr>
                <a:xfrm>
                  <a:off x="3254520" y="1628011"/>
                  <a:ext cx="724401" cy="411316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it-IT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num>
                          <m:den>
                            <m:r>
                              <a:rPr lang="it-IT" sz="20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it-IT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den>
                        </m:f>
                      </m:oMath>
                    </m:oMathPara>
                  </a14:m>
                  <a:endParaRPr lang="it-IT" sz="2000" dirty="0"/>
                </a:p>
              </p:txBody>
            </p:sp>
          </mc:Choice>
          <mc:Fallback>
            <p:sp>
              <p:nvSpPr>
                <p:cNvPr id="13" name="CasellaDiTesto 12">
                  <a:extLst>
                    <a:ext uri="{FF2B5EF4-FFF2-40B4-BE49-F238E27FC236}">
                      <a16:creationId xmlns:a16="http://schemas.microsoft.com/office/drawing/2014/main" id="{F980616B-8A3B-6CEC-B35B-431129FA1F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54520" y="1628011"/>
                  <a:ext cx="724401" cy="41131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2700">
                  <a:solidFill>
                    <a:schemeClr val="tx1"/>
                  </a:solidFill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" name="Gruppo 14">
              <a:extLst>
                <a:ext uri="{FF2B5EF4-FFF2-40B4-BE49-F238E27FC236}">
                  <a16:creationId xmlns:a16="http://schemas.microsoft.com/office/drawing/2014/main" id="{BD417FA3-9F91-79AE-3D0C-FA3EDDC89C9E}"/>
                </a:ext>
              </a:extLst>
            </p:cNvPr>
            <p:cNvGrpSpPr/>
            <p:nvPr/>
          </p:nvGrpSpPr>
          <p:grpSpPr>
            <a:xfrm rot="10800000">
              <a:off x="2235079" y="1554372"/>
              <a:ext cx="790003" cy="557784"/>
              <a:chOff x="4736592" y="2837533"/>
              <a:chExt cx="790003" cy="557784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6" name="Triangolo isoscele 15">
                <a:extLst>
                  <a:ext uri="{FF2B5EF4-FFF2-40B4-BE49-F238E27FC236}">
                    <a16:creationId xmlns:a16="http://schemas.microsoft.com/office/drawing/2014/main" id="{EEF8CEF3-1107-1315-A4B7-4AC01B527BF6}"/>
                  </a:ext>
                </a:extLst>
              </p:cNvPr>
              <p:cNvSpPr/>
              <p:nvPr/>
            </p:nvSpPr>
            <p:spPr>
              <a:xfrm rot="16200000">
                <a:off x="4814316" y="2759809"/>
                <a:ext cx="557784" cy="713232"/>
              </a:xfrm>
              <a:prstGeom prst="triangl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" name="CasellaDiTesto 16">
                    <a:extLst>
                      <a:ext uri="{FF2B5EF4-FFF2-40B4-BE49-F238E27FC236}">
                        <a16:creationId xmlns:a16="http://schemas.microsoft.com/office/drawing/2014/main" id="{62177F9C-E83E-1929-D89C-86AE1EC8FFD0}"/>
                      </a:ext>
                    </a:extLst>
                  </p:cNvPr>
                  <p:cNvSpPr txBox="1"/>
                  <p:nvPr/>
                </p:nvSpPr>
                <p:spPr>
                  <a:xfrm rot="10800000">
                    <a:off x="4837747" y="2972386"/>
                    <a:ext cx="688848" cy="308615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  <m:sub>
                              <m:r>
                                <a:rPr lang="it-IT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oMath>
                      </m:oMathPara>
                    </a14:m>
                    <a:endParaRPr lang="it-IT" dirty="0"/>
                  </a:p>
                </p:txBody>
              </p:sp>
            </mc:Choice>
            <mc:Fallback>
              <p:sp>
                <p:nvSpPr>
                  <p:cNvPr id="17" name="CasellaDiTesto 16">
                    <a:extLst>
                      <a:ext uri="{FF2B5EF4-FFF2-40B4-BE49-F238E27FC236}">
                        <a16:creationId xmlns:a16="http://schemas.microsoft.com/office/drawing/2014/main" id="{62177F9C-E83E-1929-D89C-86AE1EC8FFD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0800000">
                    <a:off x="4837747" y="2972386"/>
                    <a:ext cx="688848" cy="30861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  <a:ln w="19050">
                    <a:noFill/>
                  </a:ln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2" name="Connettore a gomito 21">
              <a:extLst>
                <a:ext uri="{FF2B5EF4-FFF2-40B4-BE49-F238E27FC236}">
                  <a16:creationId xmlns:a16="http://schemas.microsoft.com/office/drawing/2014/main" id="{3C83BE11-9F66-4CA4-C0BB-ED8705BC895F}"/>
                </a:ext>
              </a:extLst>
            </p:cNvPr>
            <p:cNvCxnSpPr>
              <a:cxnSpLocks/>
              <a:stCxn id="8" idx="0"/>
              <a:endCxn id="10" idx="4"/>
            </p:cNvCxnSpPr>
            <p:nvPr/>
          </p:nvCxnSpPr>
          <p:spPr>
            <a:xfrm rot="10800000">
              <a:off x="4605732" y="2075748"/>
              <a:ext cx="382321" cy="845762"/>
            </a:xfrm>
            <a:prstGeom prst="bentConnector2">
              <a:avLst/>
            </a:prstGeom>
            <a:ln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Connettore a gomito 24">
              <a:extLst>
                <a:ext uri="{FF2B5EF4-FFF2-40B4-BE49-F238E27FC236}">
                  <a16:creationId xmlns:a16="http://schemas.microsoft.com/office/drawing/2014/main" id="{491838C2-7C95-AEC0-5649-8F897809D78B}"/>
                </a:ext>
              </a:extLst>
            </p:cNvPr>
            <p:cNvCxnSpPr>
              <a:cxnSpLocks/>
              <a:stCxn id="10" idx="6"/>
              <a:endCxn id="5" idx="1"/>
            </p:cNvCxnSpPr>
            <p:nvPr/>
          </p:nvCxnSpPr>
          <p:spPr>
            <a:xfrm>
              <a:off x="4848047" y="1833431"/>
              <a:ext cx="747281" cy="763"/>
            </a:xfrm>
            <a:prstGeom prst="bentConnector3">
              <a:avLst/>
            </a:prstGeom>
            <a:ln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Connettore a gomito 26">
              <a:extLst>
                <a:ext uri="{FF2B5EF4-FFF2-40B4-BE49-F238E27FC236}">
                  <a16:creationId xmlns:a16="http://schemas.microsoft.com/office/drawing/2014/main" id="{0D7E535D-FFDA-6163-00B9-52331B6F2D20}"/>
                </a:ext>
              </a:extLst>
            </p:cNvPr>
            <p:cNvCxnSpPr>
              <a:cxnSpLocks/>
              <a:stCxn id="13" idx="3"/>
              <a:endCxn id="10" idx="2"/>
            </p:cNvCxnSpPr>
            <p:nvPr/>
          </p:nvCxnSpPr>
          <p:spPr>
            <a:xfrm flipV="1">
              <a:off x="3978921" y="1833431"/>
              <a:ext cx="384494" cy="238"/>
            </a:xfrm>
            <a:prstGeom prst="bentConnector3">
              <a:avLst/>
            </a:prstGeom>
            <a:ln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Connettore a gomito 33">
              <a:extLst>
                <a:ext uri="{FF2B5EF4-FFF2-40B4-BE49-F238E27FC236}">
                  <a16:creationId xmlns:a16="http://schemas.microsoft.com/office/drawing/2014/main" id="{BBB0DD83-A46F-1294-E2F5-E13CEB0D833F}"/>
                </a:ext>
              </a:extLst>
            </p:cNvPr>
            <p:cNvCxnSpPr>
              <a:cxnSpLocks/>
              <a:stCxn id="16" idx="0"/>
              <a:endCxn id="13" idx="1"/>
            </p:cNvCxnSpPr>
            <p:nvPr/>
          </p:nvCxnSpPr>
          <p:spPr>
            <a:xfrm>
              <a:off x="3025082" y="1833264"/>
              <a:ext cx="229438" cy="405"/>
            </a:xfrm>
            <a:prstGeom prst="bentConnector3">
              <a:avLst/>
            </a:prstGeom>
            <a:ln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Connettore a gomito 40">
              <a:extLst>
                <a:ext uri="{FF2B5EF4-FFF2-40B4-BE49-F238E27FC236}">
                  <a16:creationId xmlns:a16="http://schemas.microsoft.com/office/drawing/2014/main" id="{D6FD0F0C-1136-41FC-E0FC-626012CB40C3}"/>
                </a:ext>
              </a:extLst>
            </p:cNvPr>
            <p:cNvCxnSpPr>
              <a:cxnSpLocks/>
              <a:stCxn id="5" idx="2"/>
              <a:endCxn id="8" idx="3"/>
            </p:cNvCxnSpPr>
            <p:nvPr/>
          </p:nvCxnSpPr>
          <p:spPr>
            <a:xfrm rot="5400000">
              <a:off x="5485461" y="2307196"/>
              <a:ext cx="830134" cy="398488"/>
            </a:xfrm>
            <a:prstGeom prst="bentConnector2">
              <a:avLst/>
            </a:prstGeom>
            <a:ln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Connettore a gomito 42">
              <a:extLst>
                <a:ext uri="{FF2B5EF4-FFF2-40B4-BE49-F238E27FC236}">
                  <a16:creationId xmlns:a16="http://schemas.microsoft.com/office/drawing/2014/main" id="{6F01DAD1-5AC0-55B3-5124-A0FD74C456F7}"/>
                </a:ext>
              </a:extLst>
            </p:cNvPr>
            <p:cNvCxnSpPr>
              <a:cxnSpLocks/>
              <a:stCxn id="5" idx="3"/>
              <a:endCxn id="48" idx="4"/>
            </p:cNvCxnSpPr>
            <p:nvPr/>
          </p:nvCxnSpPr>
          <p:spPr>
            <a:xfrm flipH="1">
              <a:off x="1352928" y="1834194"/>
              <a:ext cx="5251288" cy="242317"/>
            </a:xfrm>
            <a:prstGeom prst="bentConnector4">
              <a:avLst>
                <a:gd name="adj1" fmla="val -6887"/>
                <a:gd name="adj2" fmla="val 637975"/>
              </a:avLst>
            </a:prstGeom>
            <a:ln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47" name="Gruppo 46">
              <a:extLst>
                <a:ext uri="{FF2B5EF4-FFF2-40B4-BE49-F238E27FC236}">
                  <a16:creationId xmlns:a16="http://schemas.microsoft.com/office/drawing/2014/main" id="{88640C45-6486-E795-575A-A24C077A1DF9}"/>
                </a:ext>
              </a:extLst>
            </p:cNvPr>
            <p:cNvGrpSpPr/>
            <p:nvPr/>
          </p:nvGrpSpPr>
          <p:grpSpPr>
            <a:xfrm>
              <a:off x="1000641" y="1591879"/>
              <a:ext cx="798332" cy="484632"/>
              <a:chOff x="4178565" y="1600200"/>
              <a:chExt cx="798332" cy="484632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8" name="Ovale 47">
                <a:extLst>
                  <a:ext uri="{FF2B5EF4-FFF2-40B4-BE49-F238E27FC236}">
                    <a16:creationId xmlns:a16="http://schemas.microsoft.com/office/drawing/2014/main" id="{0828CCF9-B0A5-7A7D-3E01-7E4B81421396}"/>
                  </a:ext>
                </a:extLst>
              </p:cNvPr>
              <p:cNvSpPr/>
              <p:nvPr/>
            </p:nvSpPr>
            <p:spPr>
              <a:xfrm>
                <a:off x="4288536" y="1600200"/>
                <a:ext cx="484632" cy="484632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t-IT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9" name="CasellaDiTesto 48">
                    <a:extLst>
                      <a:ext uri="{FF2B5EF4-FFF2-40B4-BE49-F238E27FC236}">
                        <a16:creationId xmlns:a16="http://schemas.microsoft.com/office/drawing/2014/main" id="{D68389F9-92AB-C9C4-6789-AFA8B6ABD6ED}"/>
                      </a:ext>
                    </a:extLst>
                  </p:cNvPr>
                  <p:cNvSpPr txBox="1"/>
                  <p:nvPr/>
                </p:nvSpPr>
                <p:spPr>
                  <a:xfrm>
                    <a:off x="4178565" y="1658328"/>
                    <a:ext cx="798332" cy="410502"/>
                  </a:xfrm>
                  <a:prstGeom prst="rect">
                    <a:avLst/>
                  </a:prstGeom>
                  <a:noFill/>
                  <a:ln w="1905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nary>
                        </m:oMath>
                      </m:oMathPara>
                    </a14:m>
                    <a:endParaRPr lang="it-IT" dirty="0"/>
                  </a:p>
                </p:txBody>
              </p:sp>
            </mc:Choice>
            <mc:Fallback>
              <p:sp>
                <p:nvSpPr>
                  <p:cNvPr id="49" name="CasellaDiTesto 48">
                    <a:extLst>
                      <a:ext uri="{FF2B5EF4-FFF2-40B4-BE49-F238E27FC236}">
                        <a16:creationId xmlns:a16="http://schemas.microsoft.com/office/drawing/2014/main" id="{D68389F9-92AB-C9C4-6789-AFA8B6ABD6E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8565" y="1658328"/>
                    <a:ext cx="798332" cy="41050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20408" t="-115842" r="-65816" b="-166337"/>
                    </a:stretch>
                  </a:blipFill>
                  <a:ln w="19050">
                    <a:noFill/>
                  </a:ln>
                </p:spPr>
                <p:txBody>
                  <a:bodyPr/>
                  <a:lstStyle/>
                  <a:p>
                    <a:r>
                      <a:rPr lang="it-IT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8" name="Connettore a gomito 57">
              <a:extLst>
                <a:ext uri="{FF2B5EF4-FFF2-40B4-BE49-F238E27FC236}">
                  <a16:creationId xmlns:a16="http://schemas.microsoft.com/office/drawing/2014/main" id="{1A74FEE7-CF97-260E-85EA-B36B78DC8037}"/>
                </a:ext>
              </a:extLst>
            </p:cNvPr>
            <p:cNvCxnSpPr>
              <a:cxnSpLocks/>
              <a:stCxn id="48" idx="6"/>
              <a:endCxn id="16" idx="3"/>
            </p:cNvCxnSpPr>
            <p:nvPr/>
          </p:nvCxnSpPr>
          <p:spPr>
            <a:xfrm flipV="1">
              <a:off x="1595244" y="1833264"/>
              <a:ext cx="716606" cy="931"/>
            </a:xfrm>
            <a:prstGeom prst="bentConnector3">
              <a:avLst/>
            </a:prstGeom>
            <a:ln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" name="CasellaDiTesto 65">
                  <a:extLst>
                    <a:ext uri="{FF2B5EF4-FFF2-40B4-BE49-F238E27FC236}">
                      <a16:creationId xmlns:a16="http://schemas.microsoft.com/office/drawing/2014/main" id="{081906C9-B8B9-2942-4734-8CEFA35061BF}"/>
                    </a:ext>
                  </a:extLst>
                </p:cNvPr>
                <p:cNvSpPr txBox="1"/>
                <p:nvPr/>
              </p:nvSpPr>
              <p:spPr>
                <a:xfrm>
                  <a:off x="5249562" y="1574159"/>
                  <a:ext cx="261765" cy="267467"/>
                </a:xfrm>
                <a:prstGeom prst="rect">
                  <a:avLst/>
                </a:prstGeom>
                <a:noFill/>
                <a:effectLst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it-IT" sz="2000" dirty="0"/>
                </a:p>
              </p:txBody>
            </p:sp>
          </mc:Choice>
          <mc:Fallback>
            <p:sp>
              <p:nvSpPr>
                <p:cNvPr id="66" name="CasellaDiTesto 65">
                  <a:extLst>
                    <a:ext uri="{FF2B5EF4-FFF2-40B4-BE49-F238E27FC236}">
                      <a16:creationId xmlns:a16="http://schemas.microsoft.com/office/drawing/2014/main" id="{081906C9-B8B9-2942-4734-8CEFA35061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49562" y="1574159"/>
                  <a:ext cx="261765" cy="267467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7" name="CasellaDiTesto 66">
                  <a:extLst>
                    <a:ext uri="{FF2B5EF4-FFF2-40B4-BE49-F238E27FC236}">
                      <a16:creationId xmlns:a16="http://schemas.microsoft.com/office/drawing/2014/main" id="{35484B2D-9CC0-AB11-87ED-5C716A330B96}"/>
                    </a:ext>
                  </a:extLst>
                </p:cNvPr>
                <p:cNvSpPr txBox="1"/>
                <p:nvPr/>
              </p:nvSpPr>
              <p:spPr>
                <a:xfrm>
                  <a:off x="6099771" y="2141440"/>
                  <a:ext cx="280754" cy="308615"/>
                </a:xfrm>
                <a:prstGeom prst="rect">
                  <a:avLst/>
                </a:prstGeom>
                <a:noFill/>
                <a:effectLst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it-IT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oMath>
                    </m:oMathPara>
                  </a14:m>
                  <a:endParaRPr lang="it-IT" sz="2800" dirty="0"/>
                </a:p>
              </p:txBody>
            </p:sp>
          </mc:Choice>
          <mc:Fallback>
            <p:sp>
              <p:nvSpPr>
                <p:cNvPr id="67" name="CasellaDiTesto 66">
                  <a:extLst>
                    <a:ext uri="{FF2B5EF4-FFF2-40B4-BE49-F238E27FC236}">
                      <a16:creationId xmlns:a16="http://schemas.microsoft.com/office/drawing/2014/main" id="{35484B2D-9CC0-AB11-87ED-5C716A330B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99771" y="2141440"/>
                  <a:ext cx="280754" cy="308615"/>
                </a:xfrm>
                <a:prstGeom prst="rect">
                  <a:avLst/>
                </a:prstGeom>
                <a:blipFill>
                  <a:blip r:embed="rId8"/>
                  <a:stretch>
                    <a:fillRect r="-30435"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CasellaDiTesto 75">
                  <a:extLst>
                    <a:ext uri="{FF2B5EF4-FFF2-40B4-BE49-F238E27FC236}">
                      <a16:creationId xmlns:a16="http://schemas.microsoft.com/office/drawing/2014/main" id="{8FCD5AF3-E972-DA63-06AD-B20B8F8806A3}"/>
                    </a:ext>
                  </a:extLst>
                </p:cNvPr>
                <p:cNvSpPr txBox="1"/>
                <p:nvPr/>
              </p:nvSpPr>
              <p:spPr>
                <a:xfrm>
                  <a:off x="6712563" y="1554372"/>
                  <a:ext cx="498928" cy="267467"/>
                </a:xfrm>
                <a:prstGeom prst="rect">
                  <a:avLst/>
                </a:prstGeom>
                <a:noFill/>
                <a:effectLst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it-IT" sz="2000" dirty="0"/>
                </a:p>
              </p:txBody>
            </p:sp>
          </mc:Choice>
          <mc:Fallback>
            <p:sp>
              <p:nvSpPr>
                <p:cNvPr id="76" name="CasellaDiTesto 75">
                  <a:extLst>
                    <a:ext uri="{FF2B5EF4-FFF2-40B4-BE49-F238E27FC236}">
                      <a16:creationId xmlns:a16="http://schemas.microsoft.com/office/drawing/2014/main" id="{8FCD5AF3-E972-DA63-06AD-B20B8F8806A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2563" y="1554372"/>
                  <a:ext cx="498928" cy="267467"/>
                </a:xfrm>
                <a:prstGeom prst="rect">
                  <a:avLst/>
                </a:prstGeom>
                <a:blipFill>
                  <a:blip r:embed="rId9"/>
                  <a:stretch>
                    <a:fillRect b="-13636"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7" name="Connettore 2 86">
              <a:extLst>
                <a:ext uri="{FF2B5EF4-FFF2-40B4-BE49-F238E27FC236}">
                  <a16:creationId xmlns:a16="http://schemas.microsoft.com/office/drawing/2014/main" id="{F81FA8E5-E488-C5C9-E7D7-6876ABACBA41}"/>
                </a:ext>
              </a:extLst>
            </p:cNvPr>
            <p:cNvCxnSpPr>
              <a:cxnSpLocks/>
            </p:cNvCxnSpPr>
            <p:nvPr/>
          </p:nvCxnSpPr>
          <p:spPr>
            <a:xfrm>
              <a:off x="391090" y="1837271"/>
              <a:ext cx="719416" cy="0"/>
            </a:xfrm>
            <a:prstGeom prst="straightConnector1">
              <a:avLst/>
            </a:prstGeom>
            <a:ln>
              <a:tailEnd type="triangle"/>
            </a:ln>
            <a:effectLst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9" name="CasellaDiTesto 88">
                  <a:extLst>
                    <a:ext uri="{FF2B5EF4-FFF2-40B4-BE49-F238E27FC236}">
                      <a16:creationId xmlns:a16="http://schemas.microsoft.com/office/drawing/2014/main" id="{3031FCFA-B0B1-CBE9-BA96-F699E3C2C227}"/>
                    </a:ext>
                  </a:extLst>
                </p:cNvPr>
                <p:cNvSpPr txBox="1"/>
                <p:nvPr/>
              </p:nvSpPr>
              <p:spPr>
                <a:xfrm>
                  <a:off x="306835" y="1547690"/>
                  <a:ext cx="484784" cy="267467"/>
                </a:xfrm>
                <a:prstGeom prst="rect">
                  <a:avLst/>
                </a:prstGeom>
                <a:noFill/>
                <a:effectLst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it-IT" sz="2000" dirty="0"/>
                </a:p>
              </p:txBody>
            </p:sp>
          </mc:Choice>
          <mc:Fallback>
            <p:sp>
              <p:nvSpPr>
                <p:cNvPr id="89" name="CasellaDiTesto 88">
                  <a:extLst>
                    <a:ext uri="{FF2B5EF4-FFF2-40B4-BE49-F238E27FC236}">
                      <a16:creationId xmlns:a16="http://schemas.microsoft.com/office/drawing/2014/main" id="{3031FCFA-B0B1-CBE9-BA96-F699E3C2C2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835" y="1547690"/>
                  <a:ext cx="484784" cy="267467"/>
                </a:xfrm>
                <a:prstGeom prst="rect">
                  <a:avLst/>
                </a:prstGeom>
                <a:blipFill>
                  <a:blip r:embed="rId10"/>
                  <a:stretch>
                    <a:fillRect b="-15152"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CasellaDiTesto 89">
                  <a:extLst>
                    <a:ext uri="{FF2B5EF4-FFF2-40B4-BE49-F238E27FC236}">
                      <a16:creationId xmlns:a16="http://schemas.microsoft.com/office/drawing/2014/main" id="{9415AB49-4187-3625-64BD-13A8912A6408}"/>
                    </a:ext>
                  </a:extLst>
                </p:cNvPr>
                <p:cNvSpPr txBox="1"/>
                <p:nvPr/>
              </p:nvSpPr>
              <p:spPr>
                <a:xfrm>
                  <a:off x="4249236" y="1989769"/>
                  <a:ext cx="287398" cy="267467"/>
                </a:xfrm>
                <a:prstGeom prst="rect">
                  <a:avLst/>
                </a:prstGeom>
                <a:noFill/>
                <a:effectLst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it-IT" sz="2000" dirty="0"/>
                </a:p>
              </p:txBody>
            </p:sp>
          </mc:Choice>
          <mc:Fallback>
            <p:sp>
              <p:nvSpPr>
                <p:cNvPr id="90" name="CasellaDiTesto 89">
                  <a:extLst>
                    <a:ext uri="{FF2B5EF4-FFF2-40B4-BE49-F238E27FC236}">
                      <a16:creationId xmlns:a16="http://schemas.microsoft.com/office/drawing/2014/main" id="{9415AB49-4187-3625-64BD-13A8912A64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49236" y="1989769"/>
                  <a:ext cx="287398" cy="26746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1" name="CasellaDiTesto 90">
                  <a:extLst>
                    <a:ext uri="{FF2B5EF4-FFF2-40B4-BE49-F238E27FC236}">
                      <a16:creationId xmlns:a16="http://schemas.microsoft.com/office/drawing/2014/main" id="{A1E02452-256A-1C05-5F35-D67FB7CE986D}"/>
                    </a:ext>
                  </a:extLst>
                </p:cNvPr>
                <p:cNvSpPr txBox="1"/>
                <p:nvPr/>
              </p:nvSpPr>
              <p:spPr>
                <a:xfrm>
                  <a:off x="4100283" y="1523518"/>
                  <a:ext cx="287398" cy="267467"/>
                </a:xfrm>
                <a:prstGeom prst="rect">
                  <a:avLst/>
                </a:prstGeom>
                <a:noFill/>
                <a:effectLst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it-IT" sz="2000" dirty="0"/>
                </a:p>
              </p:txBody>
            </p:sp>
          </mc:Choice>
          <mc:Fallback>
            <p:sp>
              <p:nvSpPr>
                <p:cNvPr id="91" name="CasellaDiTesto 90">
                  <a:extLst>
                    <a:ext uri="{FF2B5EF4-FFF2-40B4-BE49-F238E27FC236}">
                      <a16:creationId xmlns:a16="http://schemas.microsoft.com/office/drawing/2014/main" id="{A1E02452-256A-1C05-5F35-D67FB7CE98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0283" y="1523518"/>
                  <a:ext cx="287398" cy="267467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CasellaDiTesto 91">
                  <a:extLst>
                    <a:ext uri="{FF2B5EF4-FFF2-40B4-BE49-F238E27FC236}">
                      <a16:creationId xmlns:a16="http://schemas.microsoft.com/office/drawing/2014/main" id="{982E0AE8-3874-32BF-8712-02CA14933C47}"/>
                    </a:ext>
                  </a:extLst>
                </p:cNvPr>
                <p:cNvSpPr txBox="1"/>
                <p:nvPr/>
              </p:nvSpPr>
              <p:spPr>
                <a:xfrm>
                  <a:off x="823108" y="1568679"/>
                  <a:ext cx="287398" cy="267467"/>
                </a:xfrm>
                <a:prstGeom prst="rect">
                  <a:avLst/>
                </a:prstGeom>
                <a:noFill/>
                <a:effectLst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it-IT" sz="2000" dirty="0"/>
                </a:p>
              </p:txBody>
            </p:sp>
          </mc:Choice>
          <mc:Fallback>
            <p:sp>
              <p:nvSpPr>
                <p:cNvPr id="92" name="CasellaDiTesto 91">
                  <a:extLst>
                    <a:ext uri="{FF2B5EF4-FFF2-40B4-BE49-F238E27FC236}">
                      <a16:creationId xmlns:a16="http://schemas.microsoft.com/office/drawing/2014/main" id="{982E0AE8-3874-32BF-8712-02CA14933C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108" y="1568679"/>
                  <a:ext cx="287398" cy="267467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CasellaDiTesto 92">
                  <a:extLst>
                    <a:ext uri="{FF2B5EF4-FFF2-40B4-BE49-F238E27FC236}">
                      <a16:creationId xmlns:a16="http://schemas.microsoft.com/office/drawing/2014/main" id="{CF5C9488-0361-CD9A-FB76-EEAD4A0EEEB3}"/>
                    </a:ext>
                  </a:extLst>
                </p:cNvPr>
                <p:cNvSpPr txBox="1"/>
                <p:nvPr/>
              </p:nvSpPr>
              <p:spPr>
                <a:xfrm>
                  <a:off x="1018579" y="2030306"/>
                  <a:ext cx="287398" cy="267467"/>
                </a:xfrm>
                <a:prstGeom prst="rect">
                  <a:avLst/>
                </a:prstGeom>
                <a:noFill/>
                <a:effectLst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lang="it-IT" sz="2000" dirty="0"/>
                </a:p>
              </p:txBody>
            </p:sp>
          </mc:Choice>
          <mc:Fallback>
            <p:sp>
              <p:nvSpPr>
                <p:cNvPr id="93" name="CasellaDiTesto 92">
                  <a:extLst>
                    <a:ext uri="{FF2B5EF4-FFF2-40B4-BE49-F238E27FC236}">
                      <a16:creationId xmlns:a16="http://schemas.microsoft.com/office/drawing/2014/main" id="{CF5C9488-0361-CD9A-FB76-EEAD4A0EEE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8579" y="2030306"/>
                  <a:ext cx="287398" cy="267467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7" name="CasellaDiTesto 96">
                  <a:extLst>
                    <a:ext uri="{FF2B5EF4-FFF2-40B4-BE49-F238E27FC236}">
                      <a16:creationId xmlns:a16="http://schemas.microsoft.com/office/drawing/2014/main" id="{F558C60C-5566-2BCA-71A0-131952189210}"/>
                    </a:ext>
                  </a:extLst>
                </p:cNvPr>
                <p:cNvSpPr txBox="1"/>
                <p:nvPr/>
              </p:nvSpPr>
              <p:spPr>
                <a:xfrm>
                  <a:off x="1669693" y="1553559"/>
                  <a:ext cx="487998" cy="267467"/>
                </a:xfrm>
                <a:prstGeom prst="rect">
                  <a:avLst/>
                </a:prstGeom>
                <a:noFill/>
                <a:effectLst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it-IT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it-IT" sz="2000" dirty="0"/>
                </a:p>
              </p:txBody>
            </p:sp>
          </mc:Choice>
          <mc:Fallback>
            <p:sp>
              <p:nvSpPr>
                <p:cNvPr id="97" name="CasellaDiTesto 96">
                  <a:extLst>
                    <a:ext uri="{FF2B5EF4-FFF2-40B4-BE49-F238E27FC236}">
                      <a16:creationId xmlns:a16="http://schemas.microsoft.com/office/drawing/2014/main" id="{F558C60C-5566-2BCA-71A0-1319521892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9693" y="1553559"/>
                  <a:ext cx="487998" cy="267467"/>
                </a:xfrm>
                <a:prstGeom prst="rect">
                  <a:avLst/>
                </a:prstGeom>
                <a:blipFill>
                  <a:blip r:embed="rId15"/>
                  <a:stretch>
                    <a:fillRect r="-840" b="-15385"/>
                  </a:stretch>
                </a:blipFill>
                <a:effectLst/>
              </p:spPr>
              <p:txBody>
                <a:bodyPr/>
                <a:lstStyle/>
                <a:p>
                  <a:r>
                    <a:rPr lang="it-IT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236566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24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Americo Cherubini</dc:creator>
  <cp:lastModifiedBy>Americo Cherubini</cp:lastModifiedBy>
  <cp:revision>3</cp:revision>
  <dcterms:created xsi:type="dcterms:W3CDTF">2025-07-14T08:41:44Z</dcterms:created>
  <dcterms:modified xsi:type="dcterms:W3CDTF">2025-07-14T15:45:34Z</dcterms:modified>
</cp:coreProperties>
</file>