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90" r:id="rId1"/>
  </p:sldMasterIdLst>
  <p:notesMasterIdLst>
    <p:notesMasterId r:id="rId7"/>
  </p:notesMasterIdLst>
  <p:handoutMasterIdLst>
    <p:handoutMasterId r:id="rId8"/>
  </p:handoutMasterIdLst>
  <p:sldIdLst>
    <p:sldId id="777" r:id="rId2"/>
    <p:sldId id="778" r:id="rId3"/>
    <p:sldId id="779" r:id="rId4"/>
    <p:sldId id="780" r:id="rId5"/>
    <p:sldId id="781" r:id="rId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9"/>
    </p:embeddedFont>
    <p:embeddedFont>
      <p:font typeface="Open Sans Condensed" panose="020B0604020202020204" charset="0"/>
      <p:regular r:id="rId10"/>
      <p:bold r:id="rId11"/>
    </p:embeddedFont>
    <p:embeddedFont>
      <p:font typeface="Open Sans Condensed Light" panose="020B0604020202020204" charset="0"/>
      <p:regular r:id="rId12"/>
      <p: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FFC140"/>
    <a:srgbClr val="FFE699"/>
    <a:srgbClr val="B4C7E7"/>
    <a:srgbClr val="FF0000"/>
    <a:srgbClr val="F7F7F7"/>
    <a:srgbClr val="FFFFFF"/>
    <a:srgbClr val="941651"/>
    <a:srgbClr val="55A2D8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99"/>
    <p:restoredTop sz="96240"/>
  </p:normalViewPr>
  <p:slideViewPr>
    <p:cSldViewPr snapToGrid="0" snapToObjects="1">
      <p:cViewPr varScale="1">
        <p:scale>
          <a:sx n="146" d="100"/>
          <a:sy n="146" d="100"/>
        </p:scale>
        <p:origin x="558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7512"/>
    </p:cViewPr>
  </p:outlineViewPr>
  <p:notesTextViewPr>
    <p:cViewPr>
      <p:scale>
        <a:sx n="155" d="100"/>
        <a:sy n="15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0" d="100"/>
          <a:sy n="130" d="100"/>
        </p:scale>
        <p:origin x="360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19F00CDC-1D6C-7B48-A220-A725B67A33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Open Sans Condensed Light" panose="020B0306030504020204" pitchFamily="34" charset="0"/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AED6DF5-8DD3-2341-AEC7-07D09BF549B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D2A11-F1A5-E748-8EE9-B962C45F343E}" type="datetimeFigureOut">
              <a:rPr lang="it-IT">
                <a:latin typeface="Open Sans Condensed Light" panose="020B0306030504020204" pitchFamily="34" charset="0"/>
              </a:rPr>
              <a:t>18/07/2025</a:t>
            </a:fld>
            <a:endParaRPr lang="en-US" dirty="0">
              <a:latin typeface="Open Sans Condensed Light" panose="020B0306030504020204" pitchFamily="34" charset="0"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17E6EE8-059B-8C4C-899B-C4CAA9EA72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Open Sans Condensed Light" panose="020B0306030504020204" pitchFamily="34" charset="0"/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753F467-A40B-E346-867B-485C45886D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59005-0E9F-0341-BAEB-8D3A4124C663}" type="slidenum">
              <a:rPr>
                <a:latin typeface="Open Sans Condensed Light" panose="020B0306030504020204" pitchFamily="34" charset="0"/>
              </a:rPr>
              <a:t>‹N›</a:t>
            </a:fld>
            <a:endParaRPr lang="en-US" dirty="0">
              <a:latin typeface="Open Sans Condensed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0196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Open Sans Condensed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Open Sans Condensed Light" panose="020B0306030504020204" pitchFamily="34" charset="0"/>
              </a:defRPr>
            </a:lvl1pPr>
          </a:lstStyle>
          <a:p>
            <a:fld id="{2359D052-5B37-A94B-8FF8-A759323DDEC2}" type="datetimeFigureOut">
              <a:rPr lang="it-IT" smtClean="0"/>
              <a:pPr/>
              <a:t>18/07/2025</a:t>
            </a:fld>
            <a:endParaRPr lang="en-US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Open Sans Condensed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Open Sans Condensed Light" panose="020B0306030504020204" pitchFamily="34" charset="0"/>
              </a:defRPr>
            </a:lvl1pPr>
          </a:lstStyle>
          <a:p>
            <a:fld id="{FAAB0267-42D8-F44A-8A36-0D6F655D7E73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79809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Open Sans Condensed Light" panose="020B0306030504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Open Sans Condensed Light" panose="020B0306030504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Open Sans Condensed Light" panose="020B03060305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Open Sans Condensed Light" panose="020B03060305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Open Sans Condensed Light" panose="020B03060305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B0267-42D8-F44A-8A36-0D6F655D7E73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0820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E2964-AD7C-4037-8D8B-BD216FABB8C8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9383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Relationship Id="rId9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 - Title UNIVAQ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963EB6B-22F8-2649-9B74-6E8F102B3F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243455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6333443F-F1E4-C54F-90F9-7AB74BFF97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8214" y="1757698"/>
            <a:ext cx="6374419" cy="3586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1" i="0">
                <a:solidFill>
                  <a:schemeClr val="tx1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 dirty="0" err="1"/>
              <a:t>Name</a:t>
            </a:r>
            <a:r>
              <a:rPr lang="it-IT" dirty="0"/>
              <a:t> </a:t>
            </a:r>
            <a:r>
              <a:rPr lang="it-IT" dirty="0" err="1"/>
              <a:t>Surname</a:t>
            </a:r>
            <a:endParaRPr lang="it-IT" dirty="0"/>
          </a:p>
          <a:p>
            <a:endParaRPr lang="it-IT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C41F5B-B420-6540-A8B7-0B9A1BD134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215" y="308853"/>
            <a:ext cx="6374424" cy="141929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000" b="1" i="0" cap="none" baseline="0">
                <a:solidFill>
                  <a:schemeClr val="tx1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</a:lstStyle>
          <a:p>
            <a:r>
              <a:rPr lang="en-US" noProof="0" dirty="0"/>
              <a:t>Title</a:t>
            </a:r>
          </a:p>
        </p:txBody>
      </p:sp>
      <p:cxnSp>
        <p:nvCxnSpPr>
          <p:cNvPr id="3" name="Connettore 1 2">
            <a:extLst>
              <a:ext uri="{FF2B5EF4-FFF2-40B4-BE49-F238E27FC236}">
                <a16:creationId xmlns:a16="http://schemas.microsoft.com/office/drawing/2014/main" id="{DFFF06FE-CA4D-9D45-BE63-0442E9678ABC}"/>
              </a:ext>
            </a:extLst>
          </p:cNvPr>
          <p:cNvCxnSpPr>
            <a:cxnSpLocks/>
          </p:cNvCxnSpPr>
          <p:nvPr userDrawn="1"/>
        </p:nvCxnSpPr>
        <p:spPr>
          <a:xfrm>
            <a:off x="435216" y="0"/>
            <a:ext cx="0" cy="4752242"/>
          </a:xfrm>
          <a:prstGeom prst="line">
            <a:avLst/>
          </a:prstGeom>
          <a:ln w="19050">
            <a:solidFill>
              <a:srgbClr val="FFFFFF">
                <a:alpha val="14902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ubtitle 2">
            <a:extLst>
              <a:ext uri="{FF2B5EF4-FFF2-40B4-BE49-F238E27FC236}">
                <a16:creationId xmlns:a16="http://schemas.microsoft.com/office/drawing/2014/main" id="{059DBBDF-10AF-FC40-8026-487E3F309663}"/>
              </a:ext>
            </a:extLst>
          </p:cNvPr>
          <p:cNvSpPr txBox="1">
            <a:spLocks/>
          </p:cNvSpPr>
          <p:nvPr userDrawn="1"/>
        </p:nvSpPr>
        <p:spPr>
          <a:xfrm>
            <a:off x="668213" y="2132512"/>
            <a:ext cx="6374419" cy="358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b="0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829AA67-F8E0-5C4D-A4A2-DAABD6F1BA4F}"/>
              </a:ext>
            </a:extLst>
          </p:cNvPr>
          <p:cNvSpPr/>
          <p:nvPr userDrawn="1"/>
        </p:nvSpPr>
        <p:spPr>
          <a:xfrm>
            <a:off x="412356" y="390299"/>
            <a:ext cx="45719" cy="5714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Open Sans Condensed Light" panose="020B0306030504020204" pitchFamily="34" charset="0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1EE0ACF-3CC0-B342-87F5-9328576E86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8343" y="2361321"/>
            <a:ext cx="6374289" cy="742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1pPr>
          </a:lstStyle>
          <a:p>
            <a:r>
              <a:rPr lang="it-IT" b="0" dirty="0"/>
              <a:t>Università degli Studi dell’Aquila / </a:t>
            </a:r>
            <a:r>
              <a:rPr lang="it-IT" b="0" dirty="0" err="1"/>
              <a:t>Italy</a:t>
            </a:r>
            <a:endParaRPr lang="it-IT" b="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83F539A-95CC-4245-ABD8-2F693BD839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94032" y="309563"/>
            <a:ext cx="1259509" cy="68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88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 - Title DISI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963EB6B-22F8-2649-9B74-6E8F102B3F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243455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6333443F-F1E4-C54F-90F9-7AB74BFF97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8214" y="1757698"/>
            <a:ext cx="6374419" cy="3586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1" i="0">
                <a:solidFill>
                  <a:schemeClr val="tx1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 dirty="0"/>
              <a:t>Clicca per modificare Nome Cognome</a:t>
            </a:r>
          </a:p>
          <a:p>
            <a:endParaRPr lang="it-IT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C41F5B-B420-6540-A8B7-0B9A1BD134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215" y="308853"/>
            <a:ext cx="6374424" cy="141929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000" b="1" i="0" cap="none" baseline="0">
                <a:solidFill>
                  <a:schemeClr val="tx1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</a:lstStyle>
          <a:p>
            <a:r>
              <a:rPr lang="en-US" noProof="0" dirty="0" err="1"/>
              <a:t>Clicca</a:t>
            </a:r>
            <a:r>
              <a:rPr lang="en-US" noProof="0" dirty="0"/>
              <a:t> per </a:t>
            </a:r>
            <a:r>
              <a:rPr lang="en-US" noProof="0" dirty="0" err="1"/>
              <a:t>modificare</a:t>
            </a:r>
            <a:r>
              <a:rPr lang="en-US" noProof="0" dirty="0"/>
              <a:t> il </a:t>
            </a:r>
            <a:r>
              <a:rPr lang="en-US" noProof="0" dirty="0" err="1"/>
              <a:t>Titolo</a:t>
            </a:r>
            <a:endParaRPr lang="en-US" noProof="0" dirty="0"/>
          </a:p>
        </p:txBody>
      </p:sp>
      <p:cxnSp>
        <p:nvCxnSpPr>
          <p:cNvPr id="3" name="Connettore 1 2">
            <a:extLst>
              <a:ext uri="{FF2B5EF4-FFF2-40B4-BE49-F238E27FC236}">
                <a16:creationId xmlns:a16="http://schemas.microsoft.com/office/drawing/2014/main" id="{DFFF06FE-CA4D-9D45-BE63-0442E9678ABC}"/>
              </a:ext>
            </a:extLst>
          </p:cNvPr>
          <p:cNvCxnSpPr>
            <a:cxnSpLocks/>
          </p:cNvCxnSpPr>
          <p:nvPr userDrawn="1"/>
        </p:nvCxnSpPr>
        <p:spPr>
          <a:xfrm>
            <a:off x="435216" y="0"/>
            <a:ext cx="0" cy="4752242"/>
          </a:xfrm>
          <a:prstGeom prst="line">
            <a:avLst/>
          </a:prstGeom>
          <a:ln w="19050">
            <a:solidFill>
              <a:srgbClr val="FFFFFF">
                <a:alpha val="14902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ubtitle 2">
            <a:extLst>
              <a:ext uri="{FF2B5EF4-FFF2-40B4-BE49-F238E27FC236}">
                <a16:creationId xmlns:a16="http://schemas.microsoft.com/office/drawing/2014/main" id="{059DBBDF-10AF-FC40-8026-487E3F309663}"/>
              </a:ext>
            </a:extLst>
          </p:cNvPr>
          <p:cNvSpPr txBox="1">
            <a:spLocks/>
          </p:cNvSpPr>
          <p:nvPr userDrawn="1"/>
        </p:nvSpPr>
        <p:spPr>
          <a:xfrm>
            <a:off x="668213" y="2132512"/>
            <a:ext cx="6374419" cy="358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b="0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829AA67-F8E0-5C4D-A4A2-DAABD6F1BA4F}"/>
              </a:ext>
            </a:extLst>
          </p:cNvPr>
          <p:cNvSpPr/>
          <p:nvPr userDrawn="1"/>
        </p:nvSpPr>
        <p:spPr>
          <a:xfrm>
            <a:off x="412356" y="390299"/>
            <a:ext cx="45719" cy="5714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Open Sans Condensed Light" panose="020B0306030504020204" pitchFamily="34" charset="0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1EE0ACF-3CC0-B342-87F5-9328576E86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8343" y="2361321"/>
            <a:ext cx="6374289" cy="742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1pPr>
          </a:lstStyle>
          <a:p>
            <a:r>
              <a:rPr lang="it-IT" b="0" dirty="0"/>
              <a:t>Università degli Studi dell’Aquila / </a:t>
            </a:r>
            <a:r>
              <a:rPr lang="it-IT" b="0" dirty="0" err="1"/>
              <a:t>Italy</a:t>
            </a:r>
            <a:endParaRPr lang="it-IT" b="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B33B02C-8FFF-5347-B037-1CF0840DF50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02232" y="191814"/>
            <a:ext cx="1829412" cy="62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12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 - Section_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snow covered mountain during daytime">
            <a:extLst>
              <a:ext uri="{FF2B5EF4-FFF2-40B4-BE49-F238E27FC236}">
                <a16:creationId xmlns:a16="http://schemas.microsoft.com/office/drawing/2014/main" id="{4B2D8547-B560-604B-8391-96C4EBFF97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7505"/>
            <a:ext cx="9144000" cy="6098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49A1A8A8-376F-D24D-9550-34730C82C2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215" y="2918269"/>
            <a:ext cx="5147461" cy="99417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1" i="0">
                <a:solidFill>
                  <a:schemeClr val="bg1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</a:lstStyle>
          <a:p>
            <a:r>
              <a:rPr lang="it-IT" dirty="0" err="1"/>
              <a:t>Thank</a:t>
            </a:r>
            <a:r>
              <a:rPr lang="it-IT" dirty="0"/>
              <a:t> </a:t>
            </a:r>
            <a:r>
              <a:rPr lang="it-IT" dirty="0" err="1"/>
              <a:t>you</a:t>
            </a:r>
            <a:endParaRPr lang="it-IT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EBACFD5-86C6-B74B-9B57-AA2FCF831896}"/>
              </a:ext>
            </a:extLst>
          </p:cNvPr>
          <p:cNvSpPr/>
          <p:nvPr userDrawn="1"/>
        </p:nvSpPr>
        <p:spPr>
          <a:xfrm>
            <a:off x="412356" y="3018668"/>
            <a:ext cx="45719" cy="7978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Open Sans Condensed Light" panose="020B0306030504020204" pitchFamily="34" charset="0"/>
            </a:endParaRPr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C68A3F4B-FC3F-E94B-99A4-34DC0080E051}"/>
              </a:ext>
            </a:extLst>
          </p:cNvPr>
          <p:cNvCxnSpPr>
            <a:cxnSpLocks/>
          </p:cNvCxnSpPr>
          <p:nvPr userDrawn="1"/>
        </p:nvCxnSpPr>
        <p:spPr>
          <a:xfrm>
            <a:off x="435216" y="0"/>
            <a:ext cx="0" cy="4752242"/>
          </a:xfrm>
          <a:prstGeom prst="line">
            <a:avLst/>
          </a:prstGeom>
          <a:ln w="19050">
            <a:solidFill>
              <a:srgbClr val="FFFFFF">
                <a:alpha val="14902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magine 5">
            <a:extLst>
              <a:ext uri="{FF2B5EF4-FFF2-40B4-BE49-F238E27FC236}">
                <a16:creationId xmlns:a16="http://schemas.microsoft.com/office/drawing/2014/main" id="{CBD27D84-60DF-2F4B-A428-D0C3AED4D7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25816" y="3039540"/>
            <a:ext cx="2562055" cy="87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57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.1 - Section_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snow covered mountain during daytime">
            <a:extLst>
              <a:ext uri="{FF2B5EF4-FFF2-40B4-BE49-F238E27FC236}">
                <a16:creationId xmlns:a16="http://schemas.microsoft.com/office/drawing/2014/main" id="{4B2D8547-B560-604B-8391-96C4EBFF97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49878"/>
            <a:ext cx="9144000" cy="6098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49A1A8A8-376F-D24D-9550-34730C82C2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215" y="2918269"/>
            <a:ext cx="5147461" cy="99417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1" i="0">
                <a:solidFill>
                  <a:schemeClr val="bg1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</a:lstStyle>
          <a:p>
            <a:r>
              <a:rPr lang="it-IT" dirty="0"/>
              <a:t>Clicca per modificare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EBACFD5-86C6-B74B-9B57-AA2FCF831896}"/>
              </a:ext>
            </a:extLst>
          </p:cNvPr>
          <p:cNvSpPr/>
          <p:nvPr userDrawn="1"/>
        </p:nvSpPr>
        <p:spPr>
          <a:xfrm>
            <a:off x="412356" y="3018668"/>
            <a:ext cx="45719" cy="7978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Open Sans Condensed Light" panose="020B0306030504020204" pitchFamily="34" charset="0"/>
            </a:endParaRPr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C68A3F4B-FC3F-E94B-99A4-34DC0080E051}"/>
              </a:ext>
            </a:extLst>
          </p:cNvPr>
          <p:cNvCxnSpPr>
            <a:cxnSpLocks/>
          </p:cNvCxnSpPr>
          <p:nvPr userDrawn="1"/>
        </p:nvCxnSpPr>
        <p:spPr>
          <a:xfrm>
            <a:off x="435216" y="0"/>
            <a:ext cx="0" cy="4752242"/>
          </a:xfrm>
          <a:prstGeom prst="line">
            <a:avLst/>
          </a:prstGeom>
          <a:ln w="19050">
            <a:solidFill>
              <a:srgbClr val="FFFFFF">
                <a:alpha val="14902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039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.2 Section_Title (dark gradient)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3452B1-FC70-ED4D-A689-A6D15B934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4543" y="2920514"/>
            <a:ext cx="5147461" cy="99417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1" i="0">
                <a:solidFill>
                  <a:schemeClr val="tx1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</a:lstStyle>
          <a:p>
            <a:r>
              <a:rPr lang="it-IT" dirty="0"/>
              <a:t>Clicca per modificare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376A50D7-8D3B-084A-9331-66A8E1569741}"/>
              </a:ext>
            </a:extLst>
          </p:cNvPr>
          <p:cNvSpPr/>
          <p:nvPr userDrawn="1"/>
        </p:nvSpPr>
        <p:spPr>
          <a:xfrm>
            <a:off x="847625" y="3236258"/>
            <a:ext cx="45719" cy="58027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Open Sans Condensed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02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.1 - Empty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5940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 Empty (dark gradient)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327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TITLE + CONTENT (pros &amp; co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0CE77E2D-E641-8C44-B3EC-CF85A98447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8472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43FA650-A669-E840-9116-A5DF3AA2B8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8532982" y="250168"/>
            <a:ext cx="449002" cy="247409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1B815A0-7658-7646-92F3-7B8C39E51351}"/>
              </a:ext>
            </a:extLst>
          </p:cNvPr>
          <p:cNvSpPr txBox="1"/>
          <p:nvPr userDrawn="1"/>
        </p:nvSpPr>
        <p:spPr>
          <a:xfrm>
            <a:off x="8560071" y="223830"/>
            <a:ext cx="449002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fld id="{D49B7507-D0D2-6741-A4B2-26B285187CD0}" type="slidenum">
              <a:rPr lang="it-IT" sz="1350" b="0" i="0" smtClean="0">
                <a:solidFill>
                  <a:schemeClr val="bg1"/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rPr>
              <a:pPr algn="ctr"/>
              <a:t>‹N›</a:t>
            </a:fld>
            <a:endParaRPr lang="it-IT" sz="1200" b="0" i="0" dirty="0">
              <a:solidFill>
                <a:schemeClr val="bg1"/>
              </a:solidFill>
              <a:latin typeface="Open Sans Condensed Light" panose="020B0306030504020204" pitchFamily="34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A014DC56-5737-8D41-BE91-5D4C5DF134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927" y="745001"/>
            <a:ext cx="8711268" cy="4148331"/>
          </a:xfrm>
          <a:prstGeom prst="rect">
            <a:avLst/>
          </a:prstGeom>
        </p:spPr>
        <p:txBody>
          <a:bodyPr>
            <a:normAutofit/>
          </a:bodyPr>
          <a:lstStyle>
            <a:lvl1pPr marL="447675" indent="-400050">
              <a:buClr>
                <a:srgbClr val="335C79"/>
              </a:buClr>
              <a:buSzPct val="100000"/>
              <a:buFontTx/>
              <a:buBlip>
                <a:blip r:embed="rId4"/>
              </a:buBlip>
              <a:tabLst>
                <a:tab pos="796925" algn="l"/>
              </a:tabLst>
              <a:defRPr lang="it-IT" sz="28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1pPr>
            <a:lvl2pPr marL="447675" indent="-400050">
              <a:lnSpc>
                <a:spcPct val="100000"/>
              </a:lnSpc>
              <a:spcAft>
                <a:spcPts val="900"/>
              </a:spcAft>
              <a:buFont typeface="Font di sistema regolare"/>
              <a:buChar char=" "/>
              <a:tabLst>
                <a:tab pos="796925" algn="l"/>
              </a:tabLst>
              <a:defRPr lang="it-IT" sz="2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2pPr>
            <a:lvl3pPr marL="447675" indent="-400050">
              <a:spcBef>
                <a:spcPts val="1000"/>
              </a:spcBef>
              <a:buSzPct val="120000"/>
              <a:buFontTx/>
              <a:buBlip>
                <a:blip r:embed="rId5"/>
              </a:buBlip>
              <a:tabLst>
                <a:tab pos="796925" algn="l"/>
              </a:tabLst>
              <a:defRPr lang="en-US" sz="28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3pPr>
            <a:lvl4pPr marL="447675" indent="-400050">
              <a:spcBef>
                <a:spcPts val="1000"/>
              </a:spcBef>
              <a:buSzPct val="100000"/>
              <a:buFont typeface="Font di sistema regolare"/>
              <a:buChar char="◦"/>
              <a:tabLst>
                <a:tab pos="796925" algn="l"/>
              </a:tabLst>
              <a:defRPr lang="en-US" sz="28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4pPr>
            <a:lvl5pPr marL="447675" indent="-444500">
              <a:spcBef>
                <a:spcPts val="1000"/>
              </a:spcBef>
              <a:buSzPct val="120000"/>
              <a:buFontTx/>
              <a:buBlip>
                <a:blip r:embed="rId6"/>
              </a:buBlip>
              <a:tabLst>
                <a:tab pos="796925" algn="l"/>
              </a:tabLst>
              <a:defRPr lang="en-US" sz="28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5pPr>
            <a:lvl6pPr marL="669131" indent="-266700">
              <a:spcBef>
                <a:spcPts val="600"/>
              </a:spcBef>
              <a:buFont typeface="Wingdings" pitchFamily="2" charset="2"/>
              <a:buChar char="§"/>
              <a:tabLst/>
              <a:defRPr lang="en-US" sz="1800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6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9" name="Titolo 15">
            <a:extLst>
              <a:ext uri="{FF2B5EF4-FFF2-40B4-BE49-F238E27FC236}">
                <a16:creationId xmlns:a16="http://schemas.microsoft.com/office/drawing/2014/main" id="{B7C1E405-F79E-924D-B8E9-36CC29FB8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927" y="113463"/>
            <a:ext cx="8099425" cy="4260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it-IT" sz="3200" b="1" i="0" kern="1200" cap="none" baseline="0">
                <a:solidFill>
                  <a:srgbClr val="094F6D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</a:lstStyle>
          <a:p>
            <a:r>
              <a:rPr lang="it-IT" dirty="0"/>
              <a:t>Fare clic per modificare il titolo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43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2 - ENUME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A265A5EA-0594-C947-B315-A709D3440A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8472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43FA650-A669-E840-9116-A5DF3AA2B8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8532982" y="250168"/>
            <a:ext cx="449002" cy="247409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1B815A0-7658-7646-92F3-7B8C39E51351}"/>
              </a:ext>
            </a:extLst>
          </p:cNvPr>
          <p:cNvSpPr txBox="1"/>
          <p:nvPr userDrawn="1"/>
        </p:nvSpPr>
        <p:spPr>
          <a:xfrm>
            <a:off x="8560071" y="223830"/>
            <a:ext cx="449002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fld id="{D49B7507-D0D2-6741-A4B2-26B285187CD0}" type="slidenum">
              <a:rPr lang="it-IT" sz="1350" b="0" i="0" smtClean="0">
                <a:solidFill>
                  <a:schemeClr val="bg1"/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rPr>
              <a:pPr algn="ctr"/>
              <a:t>‹N›</a:t>
            </a:fld>
            <a:endParaRPr lang="it-IT" sz="1200" b="0" i="0" dirty="0">
              <a:solidFill>
                <a:schemeClr val="bg1"/>
              </a:solidFill>
              <a:latin typeface="Open Sans Condensed Light" panose="020B0306030504020204" pitchFamily="34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A014DC56-5737-8D41-BE91-5D4C5DF134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927" y="745001"/>
            <a:ext cx="8824821" cy="4148331"/>
          </a:xfrm>
          <a:prstGeom prst="rect">
            <a:avLst/>
          </a:prstGeom>
        </p:spPr>
        <p:txBody>
          <a:bodyPr>
            <a:normAutofit/>
          </a:bodyPr>
          <a:lstStyle>
            <a:lvl1pPr marL="447675" indent="-400050">
              <a:buClr>
                <a:srgbClr val="335C79"/>
              </a:buClr>
              <a:buSzPct val="100000"/>
              <a:buFontTx/>
              <a:buBlip>
                <a:blip r:embed="rId4"/>
              </a:buBlip>
              <a:tabLst/>
              <a:defRPr lang="it-IT" sz="2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1pPr>
            <a:lvl2pPr marL="447675" indent="-166688">
              <a:lnSpc>
                <a:spcPct val="100000"/>
              </a:lnSpc>
              <a:spcAft>
                <a:spcPts val="900"/>
              </a:spcAft>
              <a:buFont typeface="Font di sistema regolare"/>
              <a:buChar char=" "/>
              <a:tabLst/>
              <a:defRPr lang="it-IT" sz="2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2pPr>
            <a:lvl3pPr marL="447675" indent="-444500">
              <a:spcBef>
                <a:spcPts val="1000"/>
              </a:spcBef>
              <a:spcAft>
                <a:spcPts val="600"/>
              </a:spcAft>
              <a:buSzPct val="120000"/>
              <a:buFontTx/>
              <a:buBlip>
                <a:blip r:embed="rId5"/>
              </a:buBlip>
              <a:tabLst>
                <a:tab pos="730250" algn="l"/>
              </a:tabLst>
              <a:defRPr lang="en-US" sz="28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3pPr>
            <a:lvl4pPr marL="447675" indent="-444500">
              <a:spcBef>
                <a:spcPts val="1000"/>
              </a:spcBef>
              <a:spcAft>
                <a:spcPts val="600"/>
              </a:spcAft>
              <a:buSzPct val="120000"/>
              <a:buFontTx/>
              <a:buBlip>
                <a:blip r:embed="rId6"/>
              </a:buBlip>
              <a:tabLst>
                <a:tab pos="730250" algn="l"/>
              </a:tabLst>
              <a:defRPr lang="en-US" sz="28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4pPr>
            <a:lvl5pPr marL="447675" indent="-444500">
              <a:spcBef>
                <a:spcPts val="1000"/>
              </a:spcBef>
              <a:spcAft>
                <a:spcPts val="600"/>
              </a:spcAft>
              <a:buSzPct val="120000"/>
              <a:buFontTx/>
              <a:buBlip>
                <a:blip r:embed="rId7"/>
              </a:buBlip>
              <a:tabLst>
                <a:tab pos="730250" algn="l"/>
              </a:tabLst>
              <a:defRPr lang="en-US" sz="2800" b="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5pPr>
            <a:lvl6pPr marL="447675" indent="-444500">
              <a:spcBef>
                <a:spcPts val="1000"/>
              </a:spcBef>
              <a:spcAft>
                <a:spcPts val="600"/>
              </a:spcAft>
              <a:buSzPct val="120000"/>
              <a:buFontTx/>
              <a:buBlip>
                <a:blip r:embed="rId8"/>
              </a:buBlip>
              <a:tabLst>
                <a:tab pos="730250" algn="l"/>
              </a:tabLst>
              <a:defRPr lang="en-US" sz="2800" b="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6pPr>
            <a:lvl7pPr marL="447675" indent="-444500">
              <a:spcBef>
                <a:spcPts val="1000"/>
              </a:spcBef>
              <a:spcAft>
                <a:spcPts val="600"/>
              </a:spcAft>
              <a:buSzPct val="120000"/>
              <a:buFontTx/>
              <a:buBlip>
                <a:blip r:embed="rId9"/>
              </a:buBlip>
              <a:tabLst>
                <a:tab pos="730250" algn="l"/>
              </a:tabLst>
              <a:defRPr lang="en-US" sz="2800" b="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7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Item 1</a:t>
            </a:r>
          </a:p>
          <a:p>
            <a:pPr lvl="3"/>
            <a:r>
              <a:rPr lang="it-IT" dirty="0"/>
              <a:t>Item 2</a:t>
            </a:r>
          </a:p>
          <a:p>
            <a:pPr lvl="4"/>
            <a:r>
              <a:rPr lang="it-IT" dirty="0"/>
              <a:t>Item 3</a:t>
            </a:r>
          </a:p>
          <a:p>
            <a:pPr lvl="5"/>
            <a:r>
              <a:rPr lang="it-IT" dirty="0"/>
              <a:t>Item 4</a:t>
            </a:r>
          </a:p>
          <a:p>
            <a:pPr lvl="6"/>
            <a:r>
              <a:rPr lang="it-IT" dirty="0"/>
              <a:t>Item 5</a:t>
            </a:r>
          </a:p>
          <a:p>
            <a:pPr lvl="5"/>
            <a:endParaRPr lang="it-IT" dirty="0"/>
          </a:p>
          <a:p>
            <a:pPr lvl="6"/>
            <a:endParaRPr lang="en-US" dirty="0"/>
          </a:p>
        </p:txBody>
      </p:sp>
      <p:sp>
        <p:nvSpPr>
          <p:cNvPr id="11" name="Titolo 15">
            <a:extLst>
              <a:ext uri="{FF2B5EF4-FFF2-40B4-BE49-F238E27FC236}">
                <a16:creationId xmlns:a16="http://schemas.microsoft.com/office/drawing/2014/main" id="{6ECCA3FA-495C-B14D-9B85-B5DCA2512B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927" y="113463"/>
            <a:ext cx="8099425" cy="4260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it-IT" sz="3200" b="1" i="0" kern="1200" cap="none" baseline="0">
                <a:solidFill>
                  <a:srgbClr val="094F6D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</a:lstStyle>
          <a:p>
            <a:r>
              <a:rPr lang="it-IT" dirty="0"/>
              <a:t>Fare clic per modificare il titolo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805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INDENT TITLE + CONTENT (pros &amp; co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E60C47F7-94A7-514E-AFC0-4FA6262B33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8472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43FA650-A669-E840-9116-A5DF3AA2B8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8532982" y="250168"/>
            <a:ext cx="449002" cy="247409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1B815A0-7658-7646-92F3-7B8C39E51351}"/>
              </a:ext>
            </a:extLst>
          </p:cNvPr>
          <p:cNvSpPr txBox="1"/>
          <p:nvPr userDrawn="1"/>
        </p:nvSpPr>
        <p:spPr>
          <a:xfrm>
            <a:off x="8560071" y="223830"/>
            <a:ext cx="449002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fld id="{D49B7507-D0D2-6741-A4B2-26B285187CD0}" type="slidenum">
              <a:rPr lang="it-IT" sz="1350" b="0" i="0" smtClean="0">
                <a:solidFill>
                  <a:schemeClr val="bg1"/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rPr>
              <a:pPr algn="ctr"/>
              <a:t>‹N›</a:t>
            </a:fld>
            <a:endParaRPr lang="it-IT" sz="1200" b="0" i="0" dirty="0">
              <a:solidFill>
                <a:schemeClr val="bg1"/>
              </a:solidFill>
              <a:latin typeface="Open Sans Condensed Light" panose="020B0306030504020204" pitchFamily="34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A014DC56-5737-8D41-BE91-5D4C5DF134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927" y="742241"/>
            <a:ext cx="8824821" cy="4151091"/>
          </a:xfrm>
          <a:prstGeom prst="rect">
            <a:avLst/>
          </a:prstGeom>
        </p:spPr>
        <p:txBody>
          <a:bodyPr>
            <a:normAutofit/>
          </a:bodyPr>
          <a:lstStyle>
            <a:lvl1pPr marL="446088" indent="-398463">
              <a:buClr>
                <a:srgbClr val="335C79"/>
              </a:buClr>
              <a:buSzPct val="100000"/>
              <a:buFontTx/>
              <a:buBlip>
                <a:blip r:embed="rId4"/>
              </a:buBlip>
              <a:tabLst/>
              <a:defRPr lang="it-IT" sz="2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1pPr>
            <a:lvl2pPr marL="446088" indent="-442913">
              <a:lnSpc>
                <a:spcPct val="100000"/>
              </a:lnSpc>
              <a:spcAft>
                <a:spcPts val="900"/>
              </a:spcAft>
              <a:buFont typeface="Font di sistema regolare"/>
              <a:buChar char=" "/>
              <a:tabLst/>
              <a:defRPr lang="it-IT" sz="2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2pPr>
            <a:lvl3pPr marL="889000" indent="-442913">
              <a:spcBef>
                <a:spcPts val="1000"/>
              </a:spcBef>
              <a:buSzPct val="120000"/>
              <a:buFontTx/>
              <a:buBlip>
                <a:blip r:embed="rId5"/>
              </a:buBlip>
              <a:tabLst>
                <a:tab pos="796925" algn="l"/>
              </a:tabLst>
              <a:defRPr lang="it-IT"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3pPr>
            <a:lvl4pPr marL="889000" indent="-396875">
              <a:spcBef>
                <a:spcPts val="1000"/>
              </a:spcBef>
              <a:buSzPct val="100000"/>
              <a:buFont typeface="Font di sistema regolare"/>
              <a:buChar char="◦"/>
              <a:tabLst>
                <a:tab pos="796925" algn="l"/>
              </a:tabLst>
              <a:defRPr lang="en-US"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4pPr>
            <a:lvl5pPr marL="889000" indent="-442913">
              <a:spcBef>
                <a:spcPts val="1000"/>
              </a:spcBef>
              <a:buSzPct val="120000"/>
              <a:buFontTx/>
              <a:buBlip>
                <a:blip r:embed="rId6"/>
              </a:buBlip>
              <a:tabLst>
                <a:tab pos="796925" algn="l"/>
              </a:tabLst>
              <a:defRPr lang="en-US" sz="2400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5pPr>
            <a:lvl6pPr marL="1246188" indent="-311150">
              <a:spcBef>
                <a:spcPts val="600"/>
              </a:spcBef>
              <a:buFont typeface="Wingdings" pitchFamily="2" charset="2"/>
              <a:buChar char="§"/>
              <a:tabLst/>
              <a:defRPr lang="en-US" sz="1800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6pPr>
          </a:lstStyle>
          <a:p>
            <a:pPr lvl="0"/>
            <a:r>
              <a:rPr lang="it-IT" noProof="0" dirty="0"/>
              <a:t>Fare clic per modificare gli stili del testo dello schema</a:t>
            </a:r>
          </a:p>
          <a:p>
            <a:pPr lvl="1"/>
            <a:r>
              <a:rPr lang="it-IT" noProof="0" dirty="0"/>
              <a:t>Secondo livello</a:t>
            </a:r>
          </a:p>
          <a:p>
            <a:pPr lvl="2"/>
            <a:r>
              <a:rPr lang="it-IT" noProof="0" dirty="0"/>
              <a:t>Terzo livello</a:t>
            </a:r>
          </a:p>
          <a:p>
            <a:pPr lvl="3"/>
            <a:r>
              <a:rPr lang="it-IT" noProof="0" dirty="0"/>
              <a:t>Quarto livello</a:t>
            </a:r>
          </a:p>
          <a:p>
            <a:pPr lvl="5"/>
            <a:r>
              <a:rPr lang="it-IT" noProof="0" dirty="0"/>
              <a:t>Sesto livello</a:t>
            </a:r>
          </a:p>
          <a:p>
            <a:pPr lvl="4"/>
            <a:r>
              <a:rPr lang="it-IT" noProof="0" dirty="0"/>
              <a:t>Quinto livello</a:t>
            </a:r>
            <a:endParaRPr lang="en-US" noProof="0" dirty="0"/>
          </a:p>
        </p:txBody>
      </p:sp>
      <p:sp>
        <p:nvSpPr>
          <p:cNvPr id="10" name="Titolo 15">
            <a:extLst>
              <a:ext uri="{FF2B5EF4-FFF2-40B4-BE49-F238E27FC236}">
                <a16:creationId xmlns:a16="http://schemas.microsoft.com/office/drawing/2014/main" id="{991C5DF8-5124-854A-975C-D3E1EEF104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927" y="113463"/>
            <a:ext cx="8099425" cy="4260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it-IT" sz="3200" b="1" i="0" kern="1200" cap="none" baseline="0">
                <a:solidFill>
                  <a:srgbClr val="094F6D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</a:lstStyle>
          <a:p>
            <a:r>
              <a:rPr lang="it-IT" dirty="0"/>
              <a:t>Fare clic per modificare il titolo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847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INDENT TITLE + CONTENT (pros &amp; co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E60C47F7-94A7-514E-AFC0-4FA6262B33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8472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43FA650-A669-E840-9116-A5DF3AA2B8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8532982" y="250168"/>
            <a:ext cx="449002" cy="247409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1B815A0-7658-7646-92F3-7B8C39E51351}"/>
              </a:ext>
            </a:extLst>
          </p:cNvPr>
          <p:cNvSpPr txBox="1"/>
          <p:nvPr userDrawn="1"/>
        </p:nvSpPr>
        <p:spPr>
          <a:xfrm>
            <a:off x="8560071" y="223830"/>
            <a:ext cx="449002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fld id="{D49B7507-D0D2-6741-A4B2-26B285187CD0}" type="slidenum">
              <a:rPr lang="it-IT" sz="1350" b="0" i="0" smtClean="0">
                <a:solidFill>
                  <a:schemeClr val="bg1"/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rPr>
              <a:pPr algn="ctr"/>
              <a:t>‹N›</a:t>
            </a:fld>
            <a:endParaRPr lang="it-IT" sz="1200" b="0" i="0" dirty="0">
              <a:solidFill>
                <a:schemeClr val="bg1"/>
              </a:solidFill>
              <a:latin typeface="Open Sans Condensed Light" panose="020B0306030504020204" pitchFamily="34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A014DC56-5737-8D41-BE91-5D4C5DF134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927" y="742241"/>
            <a:ext cx="8824821" cy="4151091"/>
          </a:xfrm>
          <a:prstGeom prst="rect">
            <a:avLst/>
          </a:prstGeom>
        </p:spPr>
        <p:txBody>
          <a:bodyPr>
            <a:normAutofit/>
          </a:bodyPr>
          <a:lstStyle>
            <a:lvl1pPr marL="446088" indent="-398463">
              <a:buClr>
                <a:srgbClr val="335C79"/>
              </a:buClr>
              <a:buSzPct val="100000"/>
              <a:buFontTx/>
              <a:buBlip>
                <a:blip r:embed="rId4"/>
              </a:buBlip>
              <a:tabLst/>
              <a:defRPr lang="it-IT" sz="2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1pPr>
            <a:lvl2pPr marL="446088" indent="-442913">
              <a:lnSpc>
                <a:spcPct val="100000"/>
              </a:lnSpc>
              <a:spcAft>
                <a:spcPts val="900"/>
              </a:spcAft>
              <a:buFont typeface="Font di sistema regolare"/>
              <a:buChar char=" "/>
              <a:tabLst/>
              <a:defRPr lang="it-IT" sz="2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2pPr>
            <a:lvl3pPr marL="889000" indent="-396875">
              <a:spcBef>
                <a:spcPts val="1000"/>
              </a:spcBef>
              <a:buSzPct val="120000"/>
              <a:buFontTx/>
              <a:buBlip>
                <a:blip r:embed="rId5"/>
              </a:buBlip>
              <a:tabLst>
                <a:tab pos="796925" algn="l"/>
              </a:tabLst>
              <a:defRPr lang="it-IT"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3pPr>
            <a:lvl4pPr marL="1246188" indent="-311150">
              <a:spcBef>
                <a:spcPts val="1000"/>
              </a:spcBef>
              <a:buSzPct val="100000"/>
              <a:buFont typeface="Font di sistema regolare"/>
              <a:buChar char="◦"/>
              <a:tabLst>
                <a:tab pos="796925" algn="l"/>
              </a:tabLst>
              <a:defRPr lang="it-IT" sz="2400" b="0" i="0" kern="12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4pPr>
            <a:lvl5pPr marL="1246188" indent="-311150">
              <a:spcBef>
                <a:spcPts val="1000"/>
              </a:spcBef>
              <a:buSzPct val="120000"/>
              <a:buFontTx/>
              <a:buBlip>
                <a:blip r:embed="rId6"/>
              </a:buBlip>
              <a:tabLst>
                <a:tab pos="796925" algn="l"/>
              </a:tabLst>
              <a:defRPr lang="en-US" sz="2400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5pPr>
            <a:lvl6pPr marL="935038" indent="0">
              <a:spcBef>
                <a:spcPts val="600"/>
              </a:spcBef>
              <a:buFont typeface="Wingdings" pitchFamily="2" charset="2"/>
              <a:buNone/>
              <a:tabLst/>
              <a:defRPr lang="en-US" sz="1800" b="0" i="0" kern="12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6pPr>
          </a:lstStyle>
          <a:p>
            <a:pPr lvl="0"/>
            <a:r>
              <a:rPr lang="it-IT" noProof="0" dirty="0"/>
              <a:t>Fare clic per modificare gli stili del testo dello schema</a:t>
            </a:r>
          </a:p>
          <a:p>
            <a:pPr lvl="1"/>
            <a:r>
              <a:rPr lang="it-IT" noProof="0" dirty="0"/>
              <a:t>Secondo livello</a:t>
            </a:r>
          </a:p>
          <a:p>
            <a:pPr marL="889000" lvl="3" indent="-396875" algn="l" defTabSz="6858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Font di sistema regolare"/>
              <a:buChar char="◦"/>
              <a:tabLst>
                <a:tab pos="796925" algn="l"/>
              </a:tabLst>
            </a:pPr>
            <a:r>
              <a:rPr lang="it-IT" noProof="0" dirty="0"/>
              <a:t>Terzo livello</a:t>
            </a:r>
          </a:p>
          <a:p>
            <a:pPr marL="1246188" lvl="5" indent="-31115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Char char="§"/>
              <a:tabLst/>
            </a:pPr>
            <a:r>
              <a:rPr lang="it-IT" noProof="0" dirty="0"/>
              <a:t>Quarto livello</a:t>
            </a:r>
          </a:p>
          <a:p>
            <a:pPr marL="1246188" lvl="5" indent="-31115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Char char="§"/>
              <a:tabLst/>
            </a:pPr>
            <a:endParaRPr lang="it-IT" noProof="0" dirty="0"/>
          </a:p>
        </p:txBody>
      </p:sp>
      <p:sp>
        <p:nvSpPr>
          <p:cNvPr id="10" name="Titolo 15">
            <a:extLst>
              <a:ext uri="{FF2B5EF4-FFF2-40B4-BE49-F238E27FC236}">
                <a16:creationId xmlns:a16="http://schemas.microsoft.com/office/drawing/2014/main" id="{991C5DF8-5124-854A-975C-D3E1EEF104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927" y="113463"/>
            <a:ext cx="8099425" cy="4260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it-IT" sz="3200" b="1" i="0" kern="1200" cap="none" baseline="0">
                <a:solidFill>
                  <a:srgbClr val="094F6D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</a:lstStyle>
          <a:p>
            <a:r>
              <a:rPr lang="it-IT" dirty="0"/>
              <a:t>Fare clic per modificare il titolo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3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. INDENT TITLE + CONTENT (pros &amp; co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E60C47F7-94A7-514E-AFC0-4FA6262B33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8472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43FA650-A669-E840-9116-A5DF3AA2B8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8532982" y="250168"/>
            <a:ext cx="449002" cy="247409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1B815A0-7658-7646-92F3-7B8C39E51351}"/>
              </a:ext>
            </a:extLst>
          </p:cNvPr>
          <p:cNvSpPr txBox="1"/>
          <p:nvPr userDrawn="1"/>
        </p:nvSpPr>
        <p:spPr>
          <a:xfrm>
            <a:off x="8560071" y="223830"/>
            <a:ext cx="449002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fld id="{D49B7507-D0D2-6741-A4B2-26B285187CD0}" type="slidenum">
              <a:rPr lang="it-IT" sz="1350" b="0" i="0" smtClean="0">
                <a:solidFill>
                  <a:schemeClr val="bg1"/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rPr>
              <a:pPr algn="ctr"/>
              <a:t>‹N›</a:t>
            </a:fld>
            <a:endParaRPr lang="it-IT" sz="1200" b="0" i="0" dirty="0">
              <a:solidFill>
                <a:schemeClr val="bg1"/>
              </a:solidFill>
              <a:latin typeface="Open Sans Condensed Light" panose="020B0306030504020204" pitchFamily="34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A014DC56-5737-8D41-BE91-5D4C5DF134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927" y="742241"/>
            <a:ext cx="8824821" cy="4151091"/>
          </a:xfrm>
          <a:prstGeom prst="rect">
            <a:avLst/>
          </a:prstGeom>
        </p:spPr>
        <p:txBody>
          <a:bodyPr>
            <a:normAutofit/>
          </a:bodyPr>
          <a:lstStyle>
            <a:lvl1pPr marL="446088" indent="-398463">
              <a:buClr>
                <a:srgbClr val="335C79"/>
              </a:buClr>
              <a:buSzPct val="100000"/>
              <a:buFontTx/>
              <a:buBlip>
                <a:blip r:embed="rId4"/>
              </a:buBlip>
              <a:tabLst/>
              <a:defRPr lang="it-IT" sz="2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1pPr>
            <a:lvl2pPr marL="446088" indent="-442913">
              <a:lnSpc>
                <a:spcPct val="100000"/>
              </a:lnSpc>
              <a:spcAft>
                <a:spcPts val="900"/>
              </a:spcAft>
              <a:buFont typeface="Font di sistema regolare"/>
              <a:buChar char=" "/>
              <a:tabLst/>
              <a:defRPr lang="it-IT" sz="2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2pPr>
            <a:lvl3pPr marL="889000" indent="-396875">
              <a:spcBef>
                <a:spcPts val="1000"/>
              </a:spcBef>
              <a:buSzPct val="120000"/>
              <a:buFontTx/>
              <a:buBlip>
                <a:blip r:embed="rId5"/>
              </a:buBlip>
              <a:tabLst>
                <a:tab pos="796925" algn="l"/>
              </a:tabLst>
              <a:defRPr lang="it-IT"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3pPr>
            <a:lvl4pPr marL="1246188" indent="-311150">
              <a:spcBef>
                <a:spcPts val="1000"/>
              </a:spcBef>
              <a:buSzPct val="100000"/>
              <a:buFont typeface="Font di sistema regolare"/>
              <a:buChar char="◦"/>
              <a:tabLst>
                <a:tab pos="796925" algn="l"/>
              </a:tabLst>
              <a:defRPr lang="it-IT" sz="2400" b="0" i="0" kern="12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4pPr>
            <a:lvl5pPr marL="1246188" indent="-311150">
              <a:spcBef>
                <a:spcPts val="1000"/>
              </a:spcBef>
              <a:buSzPct val="120000"/>
              <a:buFontTx/>
              <a:buBlip>
                <a:blip r:embed="rId6"/>
              </a:buBlip>
              <a:tabLst>
                <a:tab pos="796925" algn="l"/>
              </a:tabLst>
              <a:defRPr lang="en-US" sz="2400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5pPr>
            <a:lvl6pPr marL="935038" indent="0">
              <a:spcBef>
                <a:spcPts val="600"/>
              </a:spcBef>
              <a:buFont typeface="Wingdings" pitchFamily="2" charset="2"/>
              <a:buNone/>
              <a:tabLst/>
              <a:defRPr lang="en-US" sz="1800" b="0" i="0" kern="12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6pPr>
          </a:lstStyle>
          <a:p>
            <a:pPr lvl="0"/>
            <a:r>
              <a:rPr lang="it-IT" noProof="0" dirty="0"/>
              <a:t>Fare clic per modificare gli stili del testo dello schema</a:t>
            </a:r>
          </a:p>
          <a:p>
            <a:pPr lvl="1"/>
            <a:r>
              <a:rPr lang="it-IT" noProof="0" dirty="0"/>
              <a:t>Secondo livello</a:t>
            </a:r>
          </a:p>
          <a:p>
            <a:pPr marL="889000" lvl="3" indent="-396875" algn="l" defTabSz="6858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Font di sistema regolare"/>
              <a:buChar char="◦"/>
              <a:tabLst>
                <a:tab pos="796925" algn="l"/>
              </a:tabLst>
            </a:pPr>
            <a:r>
              <a:rPr lang="it-IT" noProof="0" dirty="0"/>
              <a:t>Terzo livello</a:t>
            </a:r>
          </a:p>
          <a:p>
            <a:pPr marL="1246188" lvl="5" indent="-31115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Char char="§"/>
              <a:tabLst/>
            </a:pPr>
            <a:r>
              <a:rPr lang="it-IT" noProof="0" dirty="0"/>
              <a:t>Quarto livello</a:t>
            </a:r>
          </a:p>
          <a:p>
            <a:pPr marL="1246188" lvl="5" indent="-31115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Char char="§"/>
              <a:tabLst/>
            </a:pPr>
            <a:endParaRPr lang="it-IT" noProof="0" dirty="0"/>
          </a:p>
        </p:txBody>
      </p:sp>
      <p:sp>
        <p:nvSpPr>
          <p:cNvPr id="10" name="Titolo 15">
            <a:extLst>
              <a:ext uri="{FF2B5EF4-FFF2-40B4-BE49-F238E27FC236}">
                <a16:creationId xmlns:a16="http://schemas.microsoft.com/office/drawing/2014/main" id="{991C5DF8-5124-854A-975C-D3E1EEF104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927" y="113463"/>
            <a:ext cx="8099425" cy="4260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it-IT" sz="3200" b="1" i="0" kern="1200" cap="none" baseline="0">
                <a:solidFill>
                  <a:srgbClr val="094F6D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</a:lstStyle>
          <a:p>
            <a:r>
              <a:rPr lang="it-IT" dirty="0"/>
              <a:t>Fare clic per modificare il titolo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87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 TITLE + CONTENT IND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E60C47F7-94A7-514E-AFC0-4FA6262B33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8472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43FA650-A669-E840-9116-A5DF3AA2B8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8532982" y="250168"/>
            <a:ext cx="449002" cy="247409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1B815A0-7658-7646-92F3-7B8C39E51351}"/>
              </a:ext>
            </a:extLst>
          </p:cNvPr>
          <p:cNvSpPr txBox="1"/>
          <p:nvPr userDrawn="1"/>
        </p:nvSpPr>
        <p:spPr>
          <a:xfrm>
            <a:off x="8560071" y="223830"/>
            <a:ext cx="449002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fld id="{D49B7507-D0D2-6741-A4B2-26B285187CD0}" type="slidenum">
              <a:rPr lang="it-IT" sz="1350" b="0" i="0" smtClean="0">
                <a:solidFill>
                  <a:schemeClr val="bg1"/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rPr>
              <a:pPr algn="ctr"/>
              <a:t>‹N›</a:t>
            </a:fld>
            <a:endParaRPr lang="it-IT" sz="1200" b="0" i="0" dirty="0">
              <a:solidFill>
                <a:schemeClr val="bg1"/>
              </a:solidFill>
              <a:latin typeface="Open Sans Condensed Light" panose="020B0306030504020204" pitchFamily="34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A014DC56-5737-8D41-BE91-5D4C5DF134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927" y="742241"/>
            <a:ext cx="8824821" cy="4151091"/>
          </a:xfrm>
          <a:prstGeom prst="rect">
            <a:avLst/>
          </a:prstGeom>
        </p:spPr>
        <p:txBody>
          <a:bodyPr>
            <a:normAutofit/>
          </a:bodyPr>
          <a:lstStyle>
            <a:lvl1pPr marL="446088" indent="-398463">
              <a:buClr>
                <a:srgbClr val="335C79"/>
              </a:buClr>
              <a:buSzPct val="100000"/>
              <a:buFontTx/>
              <a:buBlip>
                <a:blip r:embed="rId4"/>
              </a:buBlip>
              <a:tabLst/>
              <a:defRPr lang="it-IT" sz="2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1pPr>
            <a:lvl2pPr marL="446088" indent="-442913">
              <a:lnSpc>
                <a:spcPct val="100000"/>
              </a:lnSpc>
              <a:spcAft>
                <a:spcPts val="900"/>
              </a:spcAft>
              <a:buFont typeface="Font di sistema regolare"/>
              <a:buChar char=" "/>
              <a:tabLst/>
              <a:defRPr lang="it-IT" sz="2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2pPr>
            <a:lvl3pPr marL="889000" indent="-442913">
              <a:spcBef>
                <a:spcPts val="1000"/>
              </a:spcBef>
              <a:buSzPct val="120000"/>
              <a:buFontTx/>
              <a:buBlip>
                <a:blip r:embed="rId5"/>
              </a:buBlip>
              <a:tabLst>
                <a:tab pos="796925" algn="l"/>
              </a:tabLst>
              <a:defRPr lang="it-IT"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3pPr>
            <a:lvl4pPr marL="1335088" indent="-444500">
              <a:spcBef>
                <a:spcPts val="1000"/>
              </a:spcBef>
              <a:buSzPct val="120000"/>
              <a:buFontTx/>
              <a:buBlip>
                <a:blip r:embed="rId6"/>
              </a:buBlip>
              <a:tabLst>
                <a:tab pos="796925" algn="l"/>
              </a:tabLst>
              <a:defRPr lang="en-US"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4pPr>
            <a:lvl5pPr marL="1779588" indent="-444500">
              <a:spcBef>
                <a:spcPts val="1000"/>
              </a:spcBef>
              <a:buSzPct val="120000"/>
              <a:buFontTx/>
              <a:buBlip>
                <a:blip r:embed="rId7"/>
              </a:buBlip>
              <a:tabLst>
                <a:tab pos="796925" algn="l"/>
              </a:tabLst>
              <a:defRPr lang="en-US" sz="1800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5pPr>
            <a:lvl6pPr marL="890588" indent="0">
              <a:spcBef>
                <a:spcPts val="600"/>
              </a:spcBef>
              <a:buFont typeface="Wingdings" pitchFamily="2" charset="2"/>
              <a:buNone/>
              <a:tabLst>
                <a:tab pos="796925" algn="l"/>
              </a:tabLst>
              <a:defRPr lang="en-US" sz="1600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6pPr>
          </a:lstStyle>
          <a:p>
            <a:pPr lvl="0"/>
            <a:r>
              <a:rPr lang="it-IT" noProof="0" dirty="0"/>
              <a:t>Fare clic per modificare gli stili del testo dello schema</a:t>
            </a:r>
          </a:p>
          <a:p>
            <a:pPr lvl="1"/>
            <a:r>
              <a:rPr lang="it-IT" noProof="0" dirty="0"/>
              <a:t>Secondo livello</a:t>
            </a:r>
          </a:p>
          <a:p>
            <a:pPr lvl="2"/>
            <a:r>
              <a:rPr lang="it-IT" noProof="0" dirty="0"/>
              <a:t>Terzo livello</a:t>
            </a:r>
          </a:p>
          <a:p>
            <a:pPr lvl="3"/>
            <a:r>
              <a:rPr lang="it-IT" noProof="0" dirty="0"/>
              <a:t>Quarto livello</a:t>
            </a:r>
          </a:p>
          <a:p>
            <a:pPr lvl="4"/>
            <a:r>
              <a:rPr lang="it-IT" noProof="0" dirty="0"/>
              <a:t>Quinto livello</a:t>
            </a:r>
            <a:endParaRPr lang="en-US" noProof="0" dirty="0"/>
          </a:p>
        </p:txBody>
      </p:sp>
      <p:sp>
        <p:nvSpPr>
          <p:cNvPr id="10" name="Titolo 15">
            <a:extLst>
              <a:ext uri="{FF2B5EF4-FFF2-40B4-BE49-F238E27FC236}">
                <a16:creationId xmlns:a16="http://schemas.microsoft.com/office/drawing/2014/main" id="{991C5DF8-5124-854A-975C-D3E1EEF104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927" y="113463"/>
            <a:ext cx="8099425" cy="4260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it-IT" sz="3200" b="1" i="0" kern="1200" cap="none" baseline="0">
                <a:solidFill>
                  <a:srgbClr val="094F6D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</a:lstStyle>
          <a:p>
            <a:r>
              <a:rPr lang="it-IT" dirty="0"/>
              <a:t>Fare clic per modificare il titolo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145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 ENUMERATION IND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B09B4502-8D83-3849-AA74-00AF5CC17F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8472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43FA650-A669-E840-9116-A5DF3AA2B8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8532982" y="250168"/>
            <a:ext cx="449002" cy="247409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1B815A0-7658-7646-92F3-7B8C39E51351}"/>
              </a:ext>
            </a:extLst>
          </p:cNvPr>
          <p:cNvSpPr txBox="1"/>
          <p:nvPr userDrawn="1"/>
        </p:nvSpPr>
        <p:spPr>
          <a:xfrm>
            <a:off x="8560071" y="223830"/>
            <a:ext cx="449002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fld id="{D49B7507-D0D2-6741-A4B2-26B285187CD0}" type="slidenum">
              <a:rPr lang="it-IT" sz="1350" b="0" i="0" smtClean="0">
                <a:solidFill>
                  <a:schemeClr val="bg1"/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rPr>
              <a:pPr algn="ctr"/>
              <a:t>‹N›</a:t>
            </a:fld>
            <a:endParaRPr lang="it-IT" sz="1200" b="0" i="0" dirty="0">
              <a:solidFill>
                <a:schemeClr val="bg1"/>
              </a:solidFill>
              <a:latin typeface="Open Sans Condensed Light" panose="020B0306030504020204" pitchFamily="34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sp>
        <p:nvSpPr>
          <p:cNvPr id="11" name="Titolo 15">
            <a:extLst>
              <a:ext uri="{FF2B5EF4-FFF2-40B4-BE49-F238E27FC236}">
                <a16:creationId xmlns:a16="http://schemas.microsoft.com/office/drawing/2014/main" id="{D8131100-5821-7C4B-AFFA-4C5E8E04E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927" y="113463"/>
            <a:ext cx="8099425" cy="4260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it-IT" sz="3200" b="1" i="0" kern="1200" cap="none" baseline="0">
                <a:solidFill>
                  <a:srgbClr val="094F6D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</a:lstStyle>
          <a:p>
            <a:r>
              <a:rPr lang="it-IT" dirty="0"/>
              <a:t>Fare clic per modificare il titolo</a:t>
            </a:r>
            <a:endParaRPr lang="en-US" dirty="0"/>
          </a:p>
        </p:txBody>
      </p:sp>
      <p:sp>
        <p:nvSpPr>
          <p:cNvPr id="8" name="Segnaposto testo 14">
            <a:extLst>
              <a:ext uri="{FF2B5EF4-FFF2-40B4-BE49-F238E27FC236}">
                <a16:creationId xmlns:a16="http://schemas.microsoft.com/office/drawing/2014/main" id="{D56C7B1B-6FBF-1A4C-8140-FA50BC640F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927" y="745001"/>
            <a:ext cx="8824821" cy="4148331"/>
          </a:xfrm>
          <a:prstGeom prst="rect">
            <a:avLst/>
          </a:prstGeom>
        </p:spPr>
        <p:txBody>
          <a:bodyPr>
            <a:normAutofit/>
          </a:bodyPr>
          <a:lstStyle>
            <a:lvl1pPr marL="447675" indent="-400050">
              <a:buClr>
                <a:srgbClr val="335C79"/>
              </a:buClr>
              <a:buSzPct val="100000"/>
              <a:buFontTx/>
              <a:buBlip>
                <a:blip r:embed="rId4"/>
              </a:buBlip>
              <a:tabLst/>
              <a:defRPr lang="it-IT" sz="2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1pPr>
            <a:lvl2pPr marL="447675" indent="-166688">
              <a:lnSpc>
                <a:spcPct val="100000"/>
              </a:lnSpc>
              <a:spcAft>
                <a:spcPts val="900"/>
              </a:spcAft>
              <a:buFont typeface="Font di sistema regolare"/>
              <a:buChar char=" "/>
              <a:tabLst/>
              <a:defRPr lang="it-IT" sz="2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2pPr>
            <a:lvl3pPr marL="935038" indent="-487363">
              <a:spcBef>
                <a:spcPts val="1000"/>
              </a:spcBef>
              <a:spcAft>
                <a:spcPts val="600"/>
              </a:spcAft>
              <a:buSzPct val="120000"/>
              <a:buFontTx/>
              <a:buBlip>
                <a:blip r:embed="rId5"/>
              </a:buBlip>
              <a:tabLst>
                <a:tab pos="730250" algn="l"/>
              </a:tabLst>
              <a:defRPr lang="en-US" sz="24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3pPr>
            <a:lvl4pPr marL="935038" indent="-487363">
              <a:spcBef>
                <a:spcPts val="1000"/>
              </a:spcBef>
              <a:spcAft>
                <a:spcPts val="600"/>
              </a:spcAft>
              <a:buSzPct val="120000"/>
              <a:buFontTx/>
              <a:buBlip>
                <a:blip r:embed="rId6"/>
              </a:buBlip>
              <a:tabLst/>
              <a:defRPr lang="en-US" sz="24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4pPr>
            <a:lvl5pPr marL="935038" indent="-487363">
              <a:spcBef>
                <a:spcPts val="1000"/>
              </a:spcBef>
              <a:spcAft>
                <a:spcPts val="600"/>
              </a:spcAft>
              <a:buSzPct val="120000"/>
              <a:buFontTx/>
              <a:buBlip>
                <a:blip r:embed="rId7"/>
              </a:buBlip>
              <a:tabLst/>
              <a:defRPr lang="en-US" sz="2400" b="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5pPr>
            <a:lvl6pPr marL="935038" indent="-487363">
              <a:spcBef>
                <a:spcPts val="1000"/>
              </a:spcBef>
              <a:spcAft>
                <a:spcPts val="600"/>
              </a:spcAft>
              <a:buSzPct val="120000"/>
              <a:buFontTx/>
              <a:buBlip>
                <a:blip r:embed="rId8"/>
              </a:buBlip>
              <a:tabLst/>
              <a:defRPr lang="it-IT" sz="24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6pPr>
            <a:lvl7pPr marL="935038" indent="-487363">
              <a:spcBef>
                <a:spcPts val="1000"/>
              </a:spcBef>
              <a:spcAft>
                <a:spcPts val="600"/>
              </a:spcAft>
              <a:buSzPct val="120000"/>
              <a:buFontTx/>
              <a:buBlip>
                <a:blip r:embed="rId9"/>
              </a:buBlip>
              <a:tabLst/>
              <a:defRPr lang="it-IT" sz="24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7pPr>
            <a:lvl8pPr marL="935038" indent="0">
              <a:buFont typeface="Font di sistema regolare"/>
              <a:buNone/>
              <a:tabLst/>
              <a:defRPr lang="it-IT" sz="1800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8pPr>
            <a:lvl9pPr marL="1220788" indent="-285750">
              <a:defRPr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Item 1</a:t>
            </a:r>
            <a:endParaRPr lang="en-US" dirty="0"/>
          </a:p>
          <a:p>
            <a:pPr lvl="3"/>
            <a:r>
              <a:rPr lang="en-US" dirty="0"/>
              <a:t>Item 2</a:t>
            </a:r>
            <a:endParaRPr lang="it-IT" dirty="0"/>
          </a:p>
          <a:p>
            <a:pPr lvl="4"/>
            <a:r>
              <a:rPr lang="it-IT" dirty="0"/>
              <a:t>Item 3</a:t>
            </a:r>
          </a:p>
          <a:p>
            <a:pPr lvl="5"/>
            <a:r>
              <a:rPr lang="it-IT" dirty="0"/>
              <a:t>Item 4</a:t>
            </a:r>
          </a:p>
          <a:p>
            <a:pPr lvl="6"/>
            <a:r>
              <a:rPr lang="it-IT" dirty="0"/>
              <a:t>Item 5</a:t>
            </a:r>
          </a:p>
          <a:p>
            <a:pPr lvl="7"/>
            <a:r>
              <a:rPr lang="it-IT" dirty="0" err="1"/>
              <a:t>Subitem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401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049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2" r:id="rId2"/>
    <p:sldLayoutId id="2147483718" r:id="rId3"/>
    <p:sldLayoutId id="2147483745" r:id="rId4"/>
    <p:sldLayoutId id="2147483711" r:id="rId5"/>
    <p:sldLayoutId id="2147483710" r:id="rId6"/>
    <p:sldLayoutId id="2147483721" r:id="rId7"/>
    <p:sldLayoutId id="2147483731" r:id="rId8"/>
    <p:sldLayoutId id="2147483740" r:id="rId9"/>
    <p:sldLayoutId id="2147483732" r:id="rId10"/>
    <p:sldLayoutId id="2147483743" r:id="rId11"/>
    <p:sldLayoutId id="2147483744" r:id="rId12"/>
    <p:sldLayoutId id="2147483739" r:id="rId13"/>
    <p:sldLayoutId id="2147483735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ottotitolo 4">
            <a:extLst>
              <a:ext uri="{FF2B5EF4-FFF2-40B4-BE49-F238E27FC236}">
                <a16:creationId xmlns:a16="http://schemas.microsoft.com/office/drawing/2014/main" id="{6D054B59-6F48-3443-8D51-FDD479C83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Americo Cherubini - 289499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2908C81-1CF5-9D42-A169-1D21FF90F8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noProof="0" dirty="0" err="1"/>
              <a:t>Identificazione</a:t>
            </a:r>
            <a:r>
              <a:rPr lang="en-US" noProof="0" dirty="0"/>
              <a:t> </a:t>
            </a:r>
            <a:r>
              <a:rPr lang="en-US" noProof="0" dirty="0" err="1"/>
              <a:t>dei</a:t>
            </a:r>
            <a:r>
              <a:rPr lang="en-US" noProof="0" dirty="0"/>
              <a:t> </a:t>
            </a:r>
            <a:r>
              <a:rPr lang="en-US" noProof="0" dirty="0" err="1"/>
              <a:t>parametri</a:t>
            </a:r>
            <a:r>
              <a:rPr lang="en-US" noProof="0" dirty="0"/>
              <a:t> e </a:t>
            </a:r>
            <a:r>
              <a:rPr lang="en-US" noProof="0" dirty="0" err="1"/>
              <a:t>controllo</a:t>
            </a:r>
            <a:r>
              <a:rPr lang="en-US" noProof="0" dirty="0"/>
              <a:t> di un </a:t>
            </a:r>
            <a:r>
              <a:rPr lang="en-US" noProof="0" dirty="0" err="1"/>
              <a:t>pendolo</a:t>
            </a:r>
            <a:r>
              <a:rPr lang="en-US" noProof="0" dirty="0"/>
              <a:t> </a:t>
            </a:r>
            <a:r>
              <a:rPr lang="en-US" noProof="0" dirty="0" err="1"/>
              <a:t>inverso</a:t>
            </a:r>
            <a:r>
              <a:rPr lang="en-US" noProof="0" dirty="0"/>
              <a:t> </a:t>
            </a:r>
            <a:r>
              <a:rPr lang="en-US" noProof="0" dirty="0" err="1"/>
              <a:t>su</a:t>
            </a:r>
            <a:r>
              <a:rPr lang="en-US" noProof="0" dirty="0"/>
              <a:t> un </a:t>
            </a:r>
            <a:r>
              <a:rPr lang="en-US" noProof="0" dirty="0" err="1"/>
              <a:t>canale</a:t>
            </a:r>
            <a:r>
              <a:rPr lang="en-US" noProof="0" dirty="0"/>
              <a:t> di </a:t>
            </a:r>
            <a:r>
              <a:rPr lang="en-US" noProof="0" dirty="0" err="1"/>
              <a:t>comunicazione</a:t>
            </a:r>
            <a:endParaRPr lang="en-US" noProof="0" dirty="0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401C706-CF6E-FC4F-86AF-5BB6C7AA53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Università</a:t>
            </a:r>
            <a:r>
              <a:rPr lang="en-US" dirty="0"/>
              <a:t> </a:t>
            </a:r>
            <a:r>
              <a:rPr lang="en-US" dirty="0" err="1"/>
              <a:t>degli</a:t>
            </a:r>
            <a:r>
              <a:rPr lang="en-US" dirty="0"/>
              <a:t> </a:t>
            </a:r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dell’Aquila</a:t>
            </a:r>
            <a:r>
              <a:rPr lang="en-US" dirty="0"/>
              <a:t> / Italy</a:t>
            </a:r>
          </a:p>
        </p:txBody>
      </p:sp>
    </p:spTree>
    <p:extLst>
      <p:ext uri="{BB962C8B-B14F-4D97-AF65-F5344CB8AC3E}">
        <p14:creationId xmlns:p14="http://schemas.microsoft.com/office/powerpoint/2010/main" val="17314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45B36776-A015-8A23-E9F3-15C5434474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0000" lnSpcReduction="20000"/>
          </a:bodyPr>
          <a:lstStyle/>
          <a:p>
            <a:r>
              <a:rPr lang="it-IT" dirty="0"/>
              <a:t>Sviluppo dell’ambiente di simulazione</a:t>
            </a:r>
          </a:p>
          <a:p>
            <a:r>
              <a:rPr lang="it-IT" dirty="0"/>
              <a:t>Stabilizzazione con PID</a:t>
            </a:r>
          </a:p>
          <a:p>
            <a:pPr lvl="1"/>
            <a:r>
              <a:rPr lang="it-IT" dirty="0"/>
              <a:t>Richiami su controllore PID</a:t>
            </a:r>
          </a:p>
          <a:p>
            <a:r>
              <a:rPr lang="it-IT" dirty="0"/>
              <a:t>Raccolta dati input-output</a:t>
            </a:r>
          </a:p>
          <a:p>
            <a:r>
              <a:rPr lang="it-IT" dirty="0"/>
              <a:t>Stima delle matrici A, B del sistema con regressione lineare</a:t>
            </a:r>
          </a:p>
          <a:p>
            <a:pPr lvl="1">
              <a:spcAft>
                <a:spcPts val="0"/>
              </a:spcAft>
            </a:pPr>
            <a:r>
              <a:rPr lang="it-IT" dirty="0"/>
              <a:t>Stima in caso di rumore</a:t>
            </a:r>
          </a:p>
          <a:p>
            <a:pPr lvl="1"/>
            <a:r>
              <a:rPr lang="it-IT" dirty="0"/>
              <a:t>Stima in caso di perdite di dati sul dataset</a:t>
            </a:r>
          </a:p>
          <a:p>
            <a:r>
              <a:rPr lang="it-IT" dirty="0"/>
              <a:t>Controllo ottimo con LQR</a:t>
            </a:r>
          </a:p>
          <a:p>
            <a:pPr lvl="1"/>
            <a:r>
              <a:rPr lang="it-IT" dirty="0"/>
              <a:t>Tracciamento del gradino con Internal Model Design</a:t>
            </a:r>
          </a:p>
          <a:p>
            <a:r>
              <a:rPr lang="it-IT" dirty="0"/>
              <a:t>Perdite di pacchetti</a:t>
            </a:r>
          </a:p>
          <a:p>
            <a:pPr lvl="1"/>
            <a:r>
              <a:rPr lang="it-IT" dirty="0"/>
              <a:t>Policy di controllo per far fronte alle perdite</a:t>
            </a:r>
          </a:p>
          <a:p>
            <a:r>
              <a:rPr lang="it-IT" dirty="0"/>
              <a:t>Conclusioni</a:t>
            </a:r>
          </a:p>
          <a:p>
            <a:endParaRPr lang="it-IT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B566D1E5-C637-171F-AD1D-102043D39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Panoramica generale</a:t>
            </a:r>
          </a:p>
        </p:txBody>
      </p:sp>
    </p:spTree>
    <p:extLst>
      <p:ext uri="{BB962C8B-B14F-4D97-AF65-F5344CB8AC3E}">
        <p14:creationId xmlns:p14="http://schemas.microsoft.com/office/powerpoint/2010/main" val="3448904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45B36776-A015-8A23-E9F3-15C5434474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927" y="742242"/>
            <a:ext cx="8935568" cy="1030815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Vengono derivate le equazioni del moto di un pendolo inverso su carrello, e vengono implementate in codice.</a:t>
            </a:r>
          </a:p>
          <a:p>
            <a:pPr lvl="1"/>
            <a:r>
              <a:rPr lang="it-IT" dirty="0"/>
              <a:t>Viene utilizzato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it-IT" sz="1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ATLAB</a:t>
            </a:r>
            <a:r>
              <a:rPr lang="it-IT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®</a:t>
            </a:r>
            <a:r>
              <a:rPr lang="it-IT" dirty="0">
                <a:latin typeface="Open Sans Condensed Light" panose="020B0604020202020204" charset="0"/>
                <a:ea typeface="Open Sans Condensed Light" panose="020B0604020202020204" charset="0"/>
                <a:cs typeface="Open Sans Condensed Light" panose="020B0604020202020204" charset="0"/>
              </a:rPr>
              <a:t> come ambiente di sviluppo.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B566D1E5-C637-171F-AD1D-102043D39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Sviluppo dell’ambiente di simulazione</a:t>
            </a:r>
          </a:p>
        </p:txBody>
      </p:sp>
      <p:pic>
        <p:nvPicPr>
          <p:cNvPr id="4" name="Elemento grafico 20">
            <a:extLst>
              <a:ext uri="{FF2B5EF4-FFF2-40B4-BE49-F238E27FC236}">
                <a16:creationId xmlns:a16="http://schemas.microsoft.com/office/drawing/2014/main" id="{063AD83B-7DB1-12C7-B60A-F00096A317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288" t="16464" r="26240" b="19737"/>
          <a:stretch>
            <a:fillRect/>
          </a:stretch>
        </p:blipFill>
        <p:spPr bwMode="auto">
          <a:xfrm>
            <a:off x="306978" y="1934017"/>
            <a:ext cx="3139005" cy="26279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2DC5230-B5FA-9CC6-48E7-5D8B066D74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066"/>
          <a:stretch>
            <a:fillRect/>
          </a:stretch>
        </p:blipFill>
        <p:spPr>
          <a:xfrm>
            <a:off x="4309025" y="1794415"/>
            <a:ext cx="4527997" cy="2767596"/>
          </a:xfrm>
          <a:prstGeom prst="rect">
            <a:avLst/>
          </a:prstGeom>
        </p:spPr>
      </p:pic>
      <p:grpSp>
        <p:nvGrpSpPr>
          <p:cNvPr id="6" name="Gruppo 5">
            <a:extLst>
              <a:ext uri="{FF2B5EF4-FFF2-40B4-BE49-F238E27FC236}">
                <a16:creationId xmlns:a16="http://schemas.microsoft.com/office/drawing/2014/main" id="{681FBF4D-5319-6FA2-32C4-7EA35BC8C076}"/>
              </a:ext>
            </a:extLst>
          </p:cNvPr>
          <p:cNvGrpSpPr/>
          <p:nvPr/>
        </p:nvGrpSpPr>
        <p:grpSpPr>
          <a:xfrm>
            <a:off x="3445983" y="2957339"/>
            <a:ext cx="600887" cy="420500"/>
            <a:chOff x="6069591" y="1319532"/>
            <a:chExt cx="1000092" cy="678684"/>
          </a:xfrm>
        </p:grpSpPr>
        <p:cxnSp>
          <p:nvCxnSpPr>
            <p:cNvPr id="7" name="Connettore 1 65">
              <a:extLst>
                <a:ext uri="{FF2B5EF4-FFF2-40B4-BE49-F238E27FC236}">
                  <a16:creationId xmlns:a16="http://schemas.microsoft.com/office/drawing/2014/main" id="{4844108B-364E-02CE-BBE8-EBC1F9B128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7012" y="1658874"/>
              <a:ext cx="342671" cy="339342"/>
            </a:xfrm>
            <a:prstGeom prst="line">
              <a:avLst/>
            </a:prstGeom>
            <a:ln w="76200" cap="rnd">
              <a:solidFill>
                <a:srgbClr val="55A2D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uppo 7">
              <a:extLst>
                <a:ext uri="{FF2B5EF4-FFF2-40B4-BE49-F238E27FC236}">
                  <a16:creationId xmlns:a16="http://schemas.microsoft.com/office/drawing/2014/main" id="{942EAD24-0229-890E-C8BA-E712272A37FB}"/>
                </a:ext>
              </a:extLst>
            </p:cNvPr>
            <p:cNvGrpSpPr/>
            <p:nvPr/>
          </p:nvGrpSpPr>
          <p:grpSpPr>
            <a:xfrm>
              <a:off x="6069591" y="1319532"/>
              <a:ext cx="1000092" cy="339342"/>
              <a:chOff x="6069591" y="1319532"/>
              <a:chExt cx="1000092" cy="339342"/>
            </a:xfrm>
          </p:grpSpPr>
          <p:cxnSp>
            <p:nvCxnSpPr>
              <p:cNvPr id="9" name="Connettore 1 67">
                <a:extLst>
                  <a:ext uri="{FF2B5EF4-FFF2-40B4-BE49-F238E27FC236}">
                    <a16:creationId xmlns:a16="http://schemas.microsoft.com/office/drawing/2014/main" id="{4EE6BA69-F259-2AC8-BCAF-A10BB8C96E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69591" y="1658874"/>
                <a:ext cx="1000092" cy="0"/>
              </a:xfrm>
              <a:prstGeom prst="line">
                <a:avLst/>
              </a:prstGeom>
              <a:ln w="76200" cap="rnd">
                <a:solidFill>
                  <a:srgbClr val="55A2D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nettore 1 68">
                <a:extLst>
                  <a:ext uri="{FF2B5EF4-FFF2-40B4-BE49-F238E27FC236}">
                    <a16:creationId xmlns:a16="http://schemas.microsoft.com/office/drawing/2014/main" id="{EDE1867B-05B2-76E6-2923-B9EB221179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7012" y="1319532"/>
                <a:ext cx="342671" cy="339342"/>
              </a:xfrm>
              <a:prstGeom prst="line">
                <a:avLst/>
              </a:prstGeom>
              <a:ln w="76200" cap="rnd">
                <a:solidFill>
                  <a:srgbClr val="55A2D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13746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DDBF8-2871-DF61-4547-0871F960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11D9D96E-4BC7-8117-AB12-4D6A6CEDD6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927" y="742242"/>
            <a:ext cx="8824821" cy="1171467"/>
          </a:xfrm>
        </p:spPr>
        <p:txBody>
          <a:bodyPr>
            <a:normAutofit fontScale="85000" lnSpcReduction="20000"/>
          </a:bodyPr>
          <a:lstStyle/>
          <a:p>
            <a:r>
              <a:rPr lang="it-IT" dirty="0"/>
              <a:t>Controllore Proporzionale-Derivativo-Integrativo, regola una variabile di processo (es. temperatura, pressione) confrontando il valore reale con quello desiderato (</a:t>
            </a:r>
            <a:r>
              <a:rPr lang="it-IT" i="1" dirty="0" err="1"/>
              <a:t>setpoint</a:t>
            </a:r>
            <a:r>
              <a:rPr lang="it-IT" dirty="0"/>
              <a:t>). Ampliamente utilizzato nell’industria per la sua semplicità e efficacia per una vasta gamma di sistemi.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BC37711F-3B01-54F7-B9E1-D26F8740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Stabilizzazione con PID - Richiami</a:t>
            </a:r>
          </a:p>
        </p:txBody>
      </p:sp>
      <p:pic>
        <p:nvPicPr>
          <p:cNvPr id="2050" name="Picture 2" descr="1: Diagram of a classic PID controller">
            <a:extLst>
              <a:ext uri="{FF2B5EF4-FFF2-40B4-BE49-F238E27FC236}">
                <a16:creationId xmlns:a16="http://schemas.microsoft.com/office/drawing/2014/main" id="{7D6882D7-6E3C-C861-4501-98CF15E54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139" y="1990444"/>
            <a:ext cx="5681721" cy="2346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22DD8ACB-ACC2-D012-EA7D-7CF5F2F02C11}"/>
              </a:ext>
            </a:extLst>
          </p:cNvPr>
          <p:cNvSpPr/>
          <p:nvPr/>
        </p:nvSpPr>
        <p:spPr>
          <a:xfrm>
            <a:off x="2969186" y="4439840"/>
            <a:ext cx="3205626" cy="313062"/>
          </a:xfrm>
          <a:prstGeom prst="roundRect">
            <a:avLst>
              <a:gd name="adj" fmla="val 6482"/>
            </a:avLst>
          </a:prstGeom>
          <a:solidFill>
            <a:srgbClr val="FFD966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51435" bIns="51435" anchor="ctr"/>
          <a:lstStyle/>
          <a:p>
            <a:pPr>
              <a:lnSpc>
                <a:spcPct val="90000"/>
              </a:lnSpc>
            </a:pPr>
            <a:r>
              <a:rPr lang="en-US" sz="1200" dirty="0" err="1"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rPr>
              <a:t>Diagramma</a:t>
            </a:r>
            <a:r>
              <a:rPr lang="en-US" sz="1200" dirty="0"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rPr>
              <a:t> a </a:t>
            </a:r>
            <a:r>
              <a:rPr lang="en-US" sz="1200" dirty="0" err="1"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rPr>
              <a:t>blocchi</a:t>
            </a:r>
            <a:r>
              <a:rPr lang="en-US" sz="1200" dirty="0"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rPr>
              <a:t> di un </a:t>
            </a:r>
            <a:r>
              <a:rPr lang="en-US" sz="1200" dirty="0" err="1"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rPr>
              <a:t>controllore</a:t>
            </a:r>
            <a:r>
              <a:rPr lang="en-US" sz="1200" dirty="0"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rPr>
              <a:t> PID a tempo continuo</a:t>
            </a:r>
          </a:p>
        </p:txBody>
      </p:sp>
    </p:spTree>
    <p:extLst>
      <p:ext uri="{BB962C8B-B14F-4D97-AF65-F5344CB8AC3E}">
        <p14:creationId xmlns:p14="http://schemas.microsoft.com/office/powerpoint/2010/main" val="278680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48E94874-DAE0-5FF8-92A8-3BB8957FBB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927" y="742242"/>
            <a:ext cx="8824821" cy="1321689"/>
          </a:xfrm>
        </p:spPr>
        <p:txBody>
          <a:bodyPr>
            <a:normAutofit fontScale="92500"/>
          </a:bodyPr>
          <a:lstStyle/>
          <a:p>
            <a:r>
              <a:rPr lang="it-IT" dirty="0"/>
              <a:t>Il </a:t>
            </a:r>
            <a:r>
              <a:rPr lang="it-IT" dirty="0">
                <a:latin typeface="Open Sans Condensed Light" panose="020B0604020202020204" charset="0"/>
                <a:ea typeface="Open Sans Condensed Light" panose="020B0604020202020204" charset="0"/>
                <a:cs typeface="Open Sans Condensed Light" panose="020B0604020202020204" charset="0"/>
              </a:rPr>
              <a:t>controllore</a:t>
            </a:r>
            <a:r>
              <a:rPr lang="it-IT" dirty="0"/>
              <a:t> del pendolo inverso utilizza una struttura a due cicli PID; uno impiegato nella stabilizzazione dell’angolo, e l’altro nel controllo del carrello. La somma dei due controllori è applicata come ingresso di controllo.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06C1E4D0-D5B7-D089-B985-3CA7B6B0E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Stabilizzazione con PID – doppio loop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EA8288E-90B0-66B9-76E4-084C4CDFE43E}"/>
                  </a:ext>
                </a:extLst>
              </p:cNvPr>
              <p:cNvSpPr txBox="1"/>
              <p:nvPr/>
            </p:nvSpPr>
            <p:spPr>
              <a:xfrm>
                <a:off x="2276285" y="2130005"/>
                <a:ext cx="4591431" cy="411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it-IT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𝑃𝐼𝐷</m:t>
                          </m:r>
                        </m:e>
                        <m:sub>
                          <m:r>
                            <a:rPr lang="it-IT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it-IT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it-IT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𝑃𝐼𝐷</m:t>
                          </m:r>
                        </m:e>
                        <m:sub>
                          <m:r>
                            <a:rPr lang="it-IT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  <m:r>
                            <a:rPr lang="it-IT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it-IT" sz="1500" dirty="0"/>
              </a:p>
            </p:txBody>
          </p:sp>
        </mc:Choice>
        <mc:Fallback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EA8288E-90B0-66B9-76E4-084C4CDFE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6285" y="2130005"/>
                <a:ext cx="4591431" cy="411331"/>
              </a:xfrm>
              <a:prstGeom prst="rect">
                <a:avLst/>
              </a:prstGeom>
              <a:blipFill>
                <a:blip r:embed="rId2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14EB4675-491F-F27B-1E83-8389271F0BEF}"/>
                  </a:ext>
                </a:extLst>
              </p:cNvPr>
              <p:cNvSpPr txBox="1"/>
              <p:nvPr/>
            </p:nvSpPr>
            <p:spPr>
              <a:xfrm>
                <a:off x="1256256" y="3472122"/>
                <a:ext cx="6631488" cy="665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it-IT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it-IT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it-IT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it-IT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it-IT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it-IT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it-IT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it-IT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it-IT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it-IT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it-IT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it-IT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it-IT" sz="2100" dirty="0"/>
              </a:p>
            </p:txBody>
          </p:sp>
        </mc:Choice>
        <mc:Fallback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14EB4675-491F-F27B-1E83-8389271F0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256" y="3472122"/>
                <a:ext cx="6631488" cy="6651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673F0110-433F-6091-4A08-C5EAE021B78B}"/>
              </a:ext>
            </a:extLst>
          </p:cNvPr>
          <p:cNvSpPr/>
          <p:nvPr/>
        </p:nvSpPr>
        <p:spPr>
          <a:xfrm>
            <a:off x="3203570" y="4274771"/>
            <a:ext cx="2736857" cy="313062"/>
          </a:xfrm>
          <a:prstGeom prst="roundRect">
            <a:avLst>
              <a:gd name="adj" fmla="val 6482"/>
            </a:avLst>
          </a:prstGeom>
          <a:solidFill>
            <a:srgbClr val="FFD966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51435" bIns="51435" anchor="ctr"/>
          <a:lstStyle/>
          <a:p>
            <a:pPr algn="ctr">
              <a:lnSpc>
                <a:spcPct val="90000"/>
              </a:lnSpc>
            </a:pPr>
            <a:r>
              <a:rPr lang="en-US" sz="1200" dirty="0"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rPr>
              <a:t>Legge di </a:t>
            </a:r>
            <a:r>
              <a:rPr lang="en-US" sz="1200" dirty="0" err="1"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rPr>
              <a:t>controllo</a:t>
            </a:r>
            <a:r>
              <a:rPr lang="en-US" sz="1200" dirty="0"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rPr>
              <a:t> di un </a:t>
            </a:r>
            <a:r>
              <a:rPr lang="en-US" sz="1200" dirty="0" err="1"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rPr>
              <a:t>controllore</a:t>
            </a:r>
            <a:r>
              <a:rPr lang="en-US" sz="1200" dirty="0"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rPr>
              <a:t> PID </a:t>
            </a:r>
            <a:r>
              <a:rPr lang="en-US" sz="1200" dirty="0" err="1"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rPr>
              <a:t>discreto</a:t>
            </a:r>
            <a:r>
              <a:rPr lang="en-US" sz="1200" dirty="0"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rPr>
              <a:t>.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838E866D-7CCF-77C4-CA7E-F1FC0EA94978}"/>
              </a:ext>
            </a:extLst>
          </p:cNvPr>
          <p:cNvSpPr/>
          <p:nvPr/>
        </p:nvSpPr>
        <p:spPr>
          <a:xfrm>
            <a:off x="2584065" y="2726978"/>
            <a:ext cx="3975869" cy="313062"/>
          </a:xfrm>
          <a:prstGeom prst="roundRect">
            <a:avLst>
              <a:gd name="adj" fmla="val 6482"/>
            </a:avLst>
          </a:prstGeom>
          <a:solidFill>
            <a:srgbClr val="FFD966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51435" bIns="51435" anchor="ctr"/>
          <a:lstStyle/>
          <a:p>
            <a:pPr algn="ctr">
              <a:lnSpc>
                <a:spcPct val="90000"/>
              </a:lnSpc>
            </a:pPr>
            <a:r>
              <a:rPr lang="en-US" sz="1200" dirty="0" err="1">
                <a:latin typeface="Open Sans Condensed" panose="020B0604020202020204" charset="0"/>
                <a:ea typeface="Open Sans Condensed" panose="020B0604020202020204" charset="0"/>
                <a:cs typeface="Open Sans Condensed" panose="020B0604020202020204" charset="0"/>
              </a:rPr>
              <a:t>Struttura</a:t>
            </a:r>
            <a:r>
              <a:rPr lang="en-US" sz="1200" dirty="0">
                <a:latin typeface="Open Sans Condensed" panose="020B0604020202020204" charset="0"/>
                <a:ea typeface="Open Sans Condensed" panose="020B0604020202020204" charset="0"/>
                <a:cs typeface="Open Sans Condensed" panose="020B0604020202020204" charset="0"/>
              </a:rPr>
              <a:t> a doppio </a:t>
            </a:r>
            <a:r>
              <a:rPr lang="en-US" sz="1200" dirty="0" err="1">
                <a:latin typeface="Open Sans Condensed" panose="020B0604020202020204" charset="0"/>
                <a:ea typeface="Open Sans Condensed" panose="020B0604020202020204" charset="0"/>
                <a:cs typeface="Open Sans Condensed" panose="020B0604020202020204" charset="0"/>
              </a:rPr>
              <a:t>ciclo</a:t>
            </a:r>
            <a:r>
              <a:rPr lang="en-US" sz="1200" dirty="0">
                <a:latin typeface="Open Sans Condensed" panose="020B0604020202020204" charset="0"/>
                <a:ea typeface="Open Sans Condensed" panose="020B0604020202020204" charset="0"/>
                <a:cs typeface="Open Sans Condensed" panose="020B0604020202020204" charset="0"/>
              </a:rPr>
              <a:t> PID </a:t>
            </a:r>
            <a:r>
              <a:rPr lang="en-US" sz="1200" dirty="0" err="1">
                <a:latin typeface="Open Sans Condensed" panose="020B0604020202020204" charset="0"/>
                <a:ea typeface="Open Sans Condensed" panose="020B0604020202020204" charset="0"/>
                <a:cs typeface="Open Sans Condensed" panose="020B0604020202020204" charset="0"/>
              </a:rPr>
              <a:t>utilizzata</a:t>
            </a:r>
            <a:r>
              <a:rPr lang="en-US" sz="1200" dirty="0">
                <a:latin typeface="Open Sans Condensed" panose="020B0604020202020204" charset="0"/>
                <a:ea typeface="Open Sans Condensed" panose="020B0604020202020204" charset="0"/>
                <a:cs typeface="Open Sans Condensed" panose="020B0604020202020204" charset="0"/>
              </a:rPr>
              <a:t> </a:t>
            </a:r>
            <a:r>
              <a:rPr lang="en-US" sz="1200" dirty="0" err="1">
                <a:latin typeface="Open Sans Condensed" panose="020B0604020202020204" charset="0"/>
                <a:ea typeface="Open Sans Condensed" panose="020B0604020202020204" charset="0"/>
                <a:cs typeface="Open Sans Condensed" panose="020B0604020202020204" charset="0"/>
              </a:rPr>
              <a:t>nel</a:t>
            </a:r>
            <a:r>
              <a:rPr lang="en-US" sz="1200" dirty="0">
                <a:latin typeface="Open Sans Condensed" panose="020B0604020202020204" charset="0"/>
                <a:ea typeface="Open Sans Condensed" panose="020B0604020202020204" charset="0"/>
                <a:cs typeface="Open Sans Condensed" panose="020B0604020202020204" charset="0"/>
              </a:rPr>
              <a:t> </a:t>
            </a:r>
            <a:r>
              <a:rPr lang="en-US" sz="1200" dirty="0" err="1">
                <a:latin typeface="Open Sans Condensed" panose="020B0604020202020204" charset="0"/>
                <a:ea typeface="Open Sans Condensed" panose="020B0604020202020204" charset="0"/>
                <a:cs typeface="Open Sans Condensed" panose="020B0604020202020204" charset="0"/>
              </a:rPr>
              <a:t>controllo</a:t>
            </a:r>
            <a:r>
              <a:rPr lang="en-US" sz="1200" dirty="0">
                <a:latin typeface="Open Sans Condensed" panose="020B0604020202020204" charset="0"/>
                <a:ea typeface="Open Sans Condensed" panose="020B0604020202020204" charset="0"/>
                <a:cs typeface="Open Sans Condensed" panose="020B0604020202020204" charset="0"/>
              </a:rPr>
              <a:t> del </a:t>
            </a:r>
            <a:r>
              <a:rPr lang="en-US" sz="1200" dirty="0" err="1">
                <a:latin typeface="Open Sans Condensed" panose="020B0604020202020204" charset="0"/>
                <a:ea typeface="Open Sans Condensed" panose="020B0604020202020204" charset="0"/>
                <a:cs typeface="Open Sans Condensed" panose="020B0604020202020204" charset="0"/>
              </a:rPr>
              <a:t>pendolo</a:t>
            </a:r>
            <a:r>
              <a:rPr lang="en-US" sz="1200" dirty="0">
                <a:latin typeface="Open Sans Condensed" panose="020B0604020202020204" charset="0"/>
                <a:ea typeface="Open Sans Condensed" panose="020B0604020202020204" charset="0"/>
                <a:cs typeface="Open Sans Condensed" panose="020B0604020202020204" charset="0"/>
              </a:rPr>
              <a:t> (PID </a:t>
            </a:r>
            <a:r>
              <a:rPr lang="en-US" sz="1200" dirty="0" err="1">
                <a:latin typeface="Open Sans Condensed" panose="020B0604020202020204" charset="0"/>
                <a:ea typeface="Open Sans Condensed" panose="020B0604020202020204" charset="0"/>
                <a:cs typeface="Open Sans Condensed" panose="020B0604020202020204" charset="0"/>
              </a:rPr>
              <a:t>paralleli</a:t>
            </a:r>
            <a:r>
              <a:rPr lang="en-US" sz="1200" dirty="0">
                <a:latin typeface="Open Sans Condensed" panose="020B0604020202020204" charset="0"/>
                <a:ea typeface="Open Sans Condensed" panose="020B0604020202020204" charset="0"/>
                <a:cs typeface="Open Sans Condensed" panose="020B060402020202020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1187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020 DISIM v2.1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1-09 ISOLA v3 (final)" id="{6F1367E8-AA9A-8B4C-92CF-4ED56770E315}" vid="{8B3D236C-AF76-224F-AF61-C97CB2E54985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 DISIM v2</Template>
  <TotalTime>13825</TotalTime>
  <Words>265</Words>
  <Application>Microsoft Office PowerPoint</Application>
  <PresentationFormat>Presentazione su schermo (16:9)</PresentationFormat>
  <Paragraphs>30</Paragraphs>
  <Slides>5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3" baseType="lpstr">
      <vt:lpstr>Cambria Math</vt:lpstr>
      <vt:lpstr>Open Sans Condensed Light</vt:lpstr>
      <vt:lpstr>Wingdings</vt:lpstr>
      <vt:lpstr>Arial</vt:lpstr>
      <vt:lpstr>Times New Roman</vt:lpstr>
      <vt:lpstr>Font di sistema regolare</vt:lpstr>
      <vt:lpstr>Open Sans Condensed</vt:lpstr>
      <vt:lpstr>2020 DISIM v2.1</vt:lpstr>
      <vt:lpstr>Identificazione dei parametri e controllo di un pendolo inverso su un canale di comunicazione</vt:lpstr>
      <vt:lpstr>Panoramica generale</vt:lpstr>
      <vt:lpstr>Sviluppo dell’ambiente di simulazione</vt:lpstr>
      <vt:lpstr>Stabilizzazione con PID - Richiami</vt:lpstr>
      <vt:lpstr>Stabilizzazione con PID – doppio loop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Fixing Classification: A Viewpoint-Based Approach</dc:title>
  <dc:subject/>
  <dc:creator>Alfonso Pierantonio</dc:creator>
  <cp:keywords/>
  <dc:description/>
  <cp:lastModifiedBy>Americo Cherubini</cp:lastModifiedBy>
  <cp:revision>141</cp:revision>
  <dcterms:created xsi:type="dcterms:W3CDTF">2022-02-05T11:46:18Z</dcterms:created>
  <dcterms:modified xsi:type="dcterms:W3CDTF">2025-07-18T10:03:10Z</dcterms:modified>
  <cp:category/>
</cp:coreProperties>
</file>